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0" r:id="rId10"/>
    <p:sldId id="261" r:id="rId11"/>
    <p:sldId id="262" r:id="rId12"/>
    <p:sldId id="263" r:id="rId13"/>
    <p:sldId id="264" r:id="rId14"/>
    <p:sldId id="265" r:id="rId15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58" r:id="rId4"/>
    <p:sldId id="259" r:id="rId5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96" y="62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50.xml"/><Relationship Id="rId5" Type="http://schemas.openxmlformats.org/officeDocument/2006/relationships/slide" Target="slides/slide5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22.xml"/><Relationship Id="rId17" Type="http://schemas.openxmlformats.org/officeDocument/2006/relationships/slide" Target="slides/slide23.xml"/><Relationship Id="rId18" Type="http://schemas.openxmlformats.org/officeDocument/2006/relationships/slide" Target="slides/slide24.xml"/><Relationship Id="rId19" Type="http://schemas.openxmlformats.org/officeDocument/2006/relationships/slide" Target="slides/slide25.xml"/><Relationship Id="rId20" Type="http://schemas.openxmlformats.org/officeDocument/2006/relationships/slide" Target="slides/slide26.xml"/><Relationship Id="rId21" Type="http://schemas.openxmlformats.org/officeDocument/2006/relationships/slide" Target="slides/slide27.xml"/><Relationship Id="rId22" Type="http://schemas.openxmlformats.org/officeDocument/2006/relationships/slide" Target="slides/slide28.xml"/><Relationship Id="rId23" Type="http://schemas.openxmlformats.org/officeDocument/2006/relationships/slide" Target="slides/slide29.xml"/><Relationship Id="rId24" Type="http://schemas.openxmlformats.org/officeDocument/2006/relationships/slide" Target="slides/slide30.xml"/><Relationship Id="rId25" Type="http://schemas.openxmlformats.org/officeDocument/2006/relationships/slide" Target="slides/slide31.xml"/><Relationship Id="rId26" Type="http://schemas.openxmlformats.org/officeDocument/2006/relationships/slide" Target="slides/slide32.xml"/><Relationship Id="rId27" Type="http://schemas.openxmlformats.org/officeDocument/2006/relationships/slide" Target="slides/slide33.xml"/><Relationship Id="rId28" Type="http://schemas.openxmlformats.org/officeDocument/2006/relationships/slide" Target="slides/slide34.xml"/><Relationship Id="rId29" Type="http://schemas.openxmlformats.org/officeDocument/2006/relationships/slide" Target="slides/slide35.xml"/><Relationship Id="rId30" Type="http://schemas.openxmlformats.org/officeDocument/2006/relationships/slide" Target="slides/slide36.xml"/><Relationship Id="rId31" Type="http://schemas.openxmlformats.org/officeDocument/2006/relationships/slide" Target="slides/slide37.xml"/><Relationship Id="rId32" Type="http://schemas.openxmlformats.org/officeDocument/2006/relationships/slide" Target="slides/slide38.xml"/><Relationship Id="rId33" Type="http://schemas.openxmlformats.org/officeDocument/2006/relationships/slide" Target="slides/slide39.xml"/><Relationship Id="rId34" Type="http://schemas.openxmlformats.org/officeDocument/2006/relationships/slide" Target="slides/slide40.xml"/><Relationship Id="rId35" Type="http://schemas.openxmlformats.org/officeDocument/2006/relationships/slide" Target="slides/slide41.xml"/><Relationship Id="rId36" Type="http://schemas.openxmlformats.org/officeDocument/2006/relationships/slide" Target="slides/slide42.xml"/><Relationship Id="rId37" Type="http://schemas.openxmlformats.org/officeDocument/2006/relationships/slide" Target="slides/slide43.xml"/><Relationship Id="rId38" Type="http://schemas.openxmlformats.org/officeDocument/2006/relationships/slide" Target="slides/slide44.xml"/><Relationship Id="rId39" Type="http://schemas.openxmlformats.org/officeDocument/2006/relationships/slide" Target="slides/slide45.xml"/><Relationship Id="rId40" Type="http://schemas.openxmlformats.org/officeDocument/2006/relationships/slide" Target="slides/slide46.xml"/><Relationship Id="rId41" Type="http://schemas.openxmlformats.org/officeDocument/2006/relationships/slide" Target="slides/slide47.xml"/><Relationship Id="rId42" Type="http://schemas.openxmlformats.org/officeDocument/2006/relationships/slide" Target="slides/slide48.xml"/><Relationship Id="rId43" Type="http://schemas.openxmlformats.org/officeDocument/2006/relationships/slide" Target="slides/slide49.xml"/><Relationship Id="rId44" Type="http://schemas.openxmlformats.org/officeDocument/2006/relationships/slide" Target="slides/slide8.xml"/><Relationship Id="rId45" Type="http://schemas.openxmlformats.org/officeDocument/2006/relationships/slide" Target="slides/slide9.xml"/><Relationship Id="rId46" Type="http://schemas.openxmlformats.org/officeDocument/2006/relationships/slide" Target="slides/slide10.xml"/><Relationship Id="rId47" Type="http://schemas.openxmlformats.org/officeDocument/2006/relationships/slide" Target="slides/slide11.xml"/><Relationship Id="rId48" Type="http://schemas.openxmlformats.org/officeDocument/2006/relationships/slide" Target="slides/slide12.xml"/><Relationship Id="rId49" Type="http://schemas.openxmlformats.org/officeDocument/2006/relationships/slide" Target="slides/slide13.xml"/><Relationship Id="rId50" Type="http://schemas.openxmlformats.org/officeDocument/2006/relationships/slide" Target="slides/slide14.xml"/><Relationship Id="rId51" Type="http://schemas.openxmlformats.org/officeDocument/2006/relationships/slide" Target="slides/slide15.xml"/><Relationship Id="rId52" Type="http://schemas.openxmlformats.org/officeDocument/2006/relationships/slide" Target="slides/slide16.xml"/><Relationship Id="rId53" Type="http://schemas.openxmlformats.org/officeDocument/2006/relationships/slide" Target="slides/slide17.xml"/><Relationship Id="rId54" Type="http://schemas.openxmlformats.org/officeDocument/2006/relationships/slide" Target="slides/slide18.xml"/><Relationship Id="rId55" Type="http://schemas.openxmlformats.org/officeDocument/2006/relationships/slide" Target="slides/slide19.xml"/><Relationship Id="rId56" Type="http://schemas.openxmlformats.org/officeDocument/2006/relationships/slide" Target="slides/slide20.xml"/><Relationship Id="rId5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비중</c:v>
                </c:pt>
              </c:strCache>
            </c:strRef>
          </c:tx>
          <c:spPr>
            <a:solidFill>
              <a:srgbClr val="284890"/>
            </a:solidFill>
          </c:spPr>
          <c:invertIfNegative val="0"/>
          <c:dPt>
            <c:idx val="0"/>
            <c:spPr>
              <a:solidFill>
                <a:srgbClr val="284890"/>
              </a:solidFill>
            </c:spPr>
          </c:dPt>
          <c:dPt>
            <c:idx val="1"/>
            <c:spPr>
              <a:solidFill>
                <a:srgbClr val="A9BFE2"/>
              </a:solidFill>
            </c:spPr>
          </c:dPt>
          <c:dPt>
            <c:idx val="2"/>
            <c:spPr>
              <a:solidFill>
                <a:srgbClr val="A9BFE2"/>
              </a:solidFill>
            </c:spPr>
          </c:dPt>
          <c:dPt>
            <c:idx val="3"/>
            <c:spPr>
              <a:solidFill>
                <a:srgbClr val="A9BFE2"/>
              </a:solidFill>
            </c:spPr>
          </c:dPt>
          <c:cat>
            <c:strRef>
              <c:f>Sheet1!$A$2:$A$5</c:f>
              <c:strCache>
                <c:ptCount val="4"/>
                <c:pt idx="0">
                  <c:v>0~1초</c:v>
                </c:pt>
                <c:pt idx="1">
                  <c:v>1~2.5초</c:v>
                </c:pt>
                <c:pt idx="2">
                  <c:v>2.5~4.2초</c:v>
                </c:pt>
                <c:pt idx="3">
                  <c:v>4.2초~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31.6</c:v>
                </c:pt>
                <c:pt idx="1">
                  <c:v>42.4</c:v>
                </c:pt>
                <c:pt idx="2">
                  <c:v>16.0</c:v>
                </c:pt>
                <c:pt idx="3">
                  <c:v>10.0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2090" b="1">
                  <a:solidFill>
                    <a:srgbClr val="28489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84890"/>
            </a:solidFill>
          </a:ln>
        </c:spPr>
        <c:txPr>
          <a:bodyPr/>
          <a:lstStyle/>
          <a:p>
            <a:pPr>
              <a:defRPr sz="1980">
                <a:solidFill>
                  <a:srgbClr val="28489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2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70">
          <a:solidFill>
            <a:srgbClr val="2B2F3A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284890"/>
            </a:solidFill>
          </c:spPr>
          <c:invertIfNegative val="0"/>
          <c:dPt>
            <c:idx val="0"/>
            <c:spPr>
              <a:solidFill>
                <a:srgbClr val="A9BFE2"/>
              </a:solidFill>
            </c:spPr>
          </c:dPt>
          <c:dPt>
            <c:idx val="1"/>
            <c:spPr>
              <a:solidFill>
                <a:srgbClr val="284890"/>
              </a:solidFill>
            </c:spPr>
          </c:dPt>
          <c:cat>
            <c:strRef>
              <c:f>Sheet1!$A$2:$A$3</c:f>
              <c:strCache>
                <c:ptCount val="2"/>
                <c:pt idx="0">
                  <c:v>홀짝(발화 순서)
베이스라인</c:v>
                </c:pt>
                <c:pt idx="1">
                  <c:v>음성 모델
(AST)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50.77</c:v>
                </c:pt>
                <c:pt idx="1">
                  <c:v>90.34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sz="2090" b="1">
                  <a:solidFill>
                    <a:srgbClr val="28489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84890"/>
            </a:solidFill>
          </a:ln>
        </c:spPr>
        <c:txPr>
          <a:bodyPr/>
          <a:lstStyle/>
          <a:p>
            <a:pPr>
              <a:defRPr sz="1980">
                <a:solidFill>
                  <a:srgbClr val="28489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70">
          <a:solidFill>
            <a:srgbClr val="2B2F3A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 Acc</c:v>
                </c:pt>
              </c:strCache>
            </c:strRef>
          </c:tx>
          <c:spPr>
            <a:solidFill>
              <a:srgbClr val="284890"/>
            </a:solidFill>
          </c:spPr>
          <c:invertIfNegative val="0"/>
          <c:dPt>
            <c:idx val="0"/>
            <c:spPr>
              <a:solidFill>
                <a:srgbClr val="A9BFE2"/>
              </a:solidFill>
            </c:spPr>
          </c:dPt>
          <c:dPt>
            <c:idx val="1"/>
            <c:spPr>
              <a:solidFill>
                <a:srgbClr val="284890"/>
              </a:solidFill>
            </c:spPr>
          </c:dPt>
          <c:cat>
            <c:strRef>
              <c:f>Sheet1!$A$2:$A$3</c:f>
              <c:strCache>
                <c:ptCount val="2"/>
                <c:pt idx="0">
                  <c:v>v1 (2.0초)</c:v>
                </c:pt>
                <c:pt idx="1">
                  <c:v>v2 (1.5초 + weight_decay)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90.41</c:v>
                </c:pt>
                <c:pt idx="1">
                  <c:v>91.26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sz="2090" b="1">
                  <a:solidFill>
                    <a:srgbClr val="28489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84890"/>
            </a:solidFill>
          </a:ln>
        </c:spPr>
        <c:txPr>
          <a:bodyPr/>
          <a:lstStyle/>
          <a:p>
            <a:pPr>
              <a:defRPr sz="1980">
                <a:solidFill>
                  <a:srgbClr val="28489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2.5"/>
          <c:min val="88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70">
          <a:solidFill>
            <a:srgbClr val="2B2F3A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 Acc</c:v>
                </c:pt>
              </c:strCache>
            </c:strRef>
          </c:tx>
          <c:spPr>
            <a:ln w="48895">
              <a:solidFill>
                <a:srgbClr val="284890"/>
              </a:solidFill>
            </a:ln>
          </c:spPr>
          <c:marker>
            <c:symbol val="circle"/>
            <c:size val="12"/>
            <c:spPr>
              <a:solidFill>
                <a:srgbClr val="284890"/>
              </a:solidFill>
              <a:ln>
                <a:solidFill>
                  <a:srgbClr val="284890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3층</c:v>
                </c:pt>
                <c:pt idx="1">
                  <c:v>5층</c:v>
                </c:pt>
                <c:pt idx="2">
                  <c:v>6층</c:v>
                </c:pt>
                <c:pt idx="3">
                  <c:v>7층</c:v>
                </c:pt>
                <c:pt idx="4">
                  <c:v>12층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90.47</c:v>
                </c:pt>
                <c:pt idx="1">
                  <c:v>91.22</c:v>
                </c:pt>
                <c:pt idx="2">
                  <c:v>91.83</c:v>
                </c:pt>
                <c:pt idx="3">
                  <c:v>92.01</c:v>
                </c:pt>
                <c:pt idx="4">
                  <c:v>93.0</c:v>
                </c:pt>
              </c:numCache>
            </c:numRef>
          </c:val>
          <c:smooth val="0"/>
        </c:ser>
        <c:dLbls>
          <c:numFmt formatCode="0.00&quot;%&quot;" sourceLinked="0"/>
          <c:txPr>
            <a:bodyPr/>
            <a:lstStyle/>
            <a:p>
              <a:pPr>
                <a:defRPr sz="2090" b="1">
                  <a:solidFill>
                    <a:srgbClr val="284890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84890"/>
            </a:solidFill>
          </a:ln>
        </c:spPr>
        <c:txPr>
          <a:bodyPr/>
          <a:lstStyle/>
          <a:p>
            <a:pPr>
              <a:defRPr sz="2090">
                <a:solidFill>
                  <a:srgbClr val="284890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4.0"/>
          <c:min val="90.0"/>
        </c:scaling>
        <c:delete val="0"/>
        <c:axPos val="l"/>
        <c:majorGridlines>
          <c:spPr>
            <a:ln w="13970">
              <a:solidFill>
                <a:srgbClr val="D6E6F5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760"/>
            </a:pPr>
          </a:p>
        </c:txPr>
        <c:crossAx val="2118791784"/>
        <c:crosses val="autoZero"/>
        <c:majorUnit val="1.0"/>
      </c:valAx>
    </c:plotArea>
    <c:plotVisOnly val="1"/>
    <c:dispBlanksAs val="gap"/>
    <c:showDLblsOverMax val="0"/>
  </c:chart>
  <c:txPr>
    <a:bodyPr/>
    <a:lstStyle/>
    <a:p>
      <a:pPr>
        <a:defRPr sz="1870">
          <a:solidFill>
            <a:srgbClr val="2B2F3A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</c:v>
                </c:pt>
              </c:strCache>
            </c:strRef>
          </c:tx>
          <c:spPr>
            <a:ln w="41910">
              <a:solidFill>
                <a:srgbClr val="8FA9D8"/>
              </a:solidFill>
            </a:ln>
          </c:spPr>
          <c:marker>
            <c:symbol val="circle"/>
            <c:size val="9"/>
            <c:spPr>
              <a:solidFill>
                <a:srgbClr val="8FA9D8"/>
              </a:solidFill>
              <a:ln>
                <a:solidFill>
                  <a:srgbClr val="8FA9D8"/>
                </a:solidFill>
              </a:ln>
            </c:spPr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89.26</c:v>
                </c:pt>
                <c:pt idx="1">
                  <c:v>91.19</c:v>
                </c:pt>
                <c:pt idx="2">
                  <c:v>91.73</c:v>
                </c:pt>
                <c:pt idx="3">
                  <c:v>92.07</c:v>
                </c:pt>
                <c:pt idx="4">
                  <c:v>92.23</c:v>
                </c:pt>
                <c:pt idx="5">
                  <c:v>92.36</c:v>
                </c:pt>
                <c:pt idx="6">
                  <c:v>92.44</c:v>
                </c:pt>
                <c:pt idx="7">
                  <c:v>92.52</c:v>
                </c:pt>
                <c:pt idx="8">
                  <c:v>92.56</c:v>
                </c:pt>
                <c:pt idx="9">
                  <c:v>92.61</c:v>
                </c:pt>
                <c:pt idx="10">
                  <c:v>92.64</c:v>
                </c:pt>
                <c:pt idx="11">
                  <c:v>92.67</c:v>
                </c:pt>
                <c:pt idx="12">
                  <c:v>92.66</c:v>
                </c:pt>
                <c:pt idx="13">
                  <c:v>92.88</c:v>
                </c:pt>
                <c:pt idx="14">
                  <c:v>92.88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Acc</c:v>
                </c:pt>
              </c:strCache>
            </c:strRef>
          </c:tx>
          <c:spPr>
            <a:ln w="41910">
              <a:solidFill>
                <a:srgbClr val="284890"/>
              </a:solidFill>
            </a:ln>
          </c:spPr>
          <c:marker>
            <c:symbol val="circle"/>
            <c:size val="9"/>
            <c:spPr>
              <a:solidFill>
                <a:srgbClr val="284890"/>
              </a:solidFill>
              <a:ln>
                <a:solidFill>
                  <a:srgbClr val="284890"/>
                </a:solidFill>
              </a:ln>
            </c:spPr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90.89</c:v>
                </c:pt>
                <c:pt idx="1">
                  <c:v>91.72</c:v>
                </c:pt>
                <c:pt idx="2">
                  <c:v>91.97</c:v>
                </c:pt>
                <c:pt idx="3">
                  <c:v>92.2</c:v>
                </c:pt>
                <c:pt idx="4">
                  <c:v>91.8</c:v>
                </c:pt>
                <c:pt idx="5">
                  <c:v>92.5</c:v>
                </c:pt>
                <c:pt idx="6">
                  <c:v>92.61</c:v>
                </c:pt>
                <c:pt idx="7">
                  <c:v>92.53</c:v>
                </c:pt>
                <c:pt idx="8">
                  <c:v>92.74</c:v>
                </c:pt>
                <c:pt idx="9">
                  <c:v>92.53</c:v>
                </c:pt>
                <c:pt idx="10">
                  <c:v>92.81</c:v>
                </c:pt>
                <c:pt idx="11">
                  <c:v>92.71</c:v>
                </c:pt>
                <c:pt idx="12">
                  <c:v>92.59</c:v>
                </c:pt>
                <c:pt idx="13">
                  <c:v>93.0</c:v>
                </c:pt>
                <c:pt idx="14">
                  <c:v>92.87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84890"/>
            </a:solidFill>
          </a:ln>
        </c:spPr>
        <c:txPr>
          <a:bodyPr/>
          <a:lstStyle/>
          <a:p>
            <a:pPr>
              <a:defRPr sz="1870">
                <a:solidFill>
                  <a:srgbClr val="284890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4.0"/>
          <c:min val="88.0"/>
        </c:scaling>
        <c:delete val="0"/>
        <c:axPos val="l"/>
        <c:majorGridlines>
          <c:spPr>
            <a:ln w="13970">
              <a:solidFill>
                <a:srgbClr val="D6E6F5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760"/>
            </a:pPr>
          </a:p>
        </c:txPr>
        <c:crossAx val="2118791784"/>
        <c:crosses val="autoZero"/>
        <c:majorUnit val="1.0"/>
      </c:valAx>
    </c:plotArea>
    <c:legend>
      <c:legendPos val="t"/>
      <c:layout/>
      <c:overlay val="0"/>
      <c:txPr>
        <a:bodyPr/>
        <a:lstStyle/>
        <a:p>
          <a:pPr>
            <a:defRPr sz="1980">
              <a:solidFill>
                <a:srgbClr val="284890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70">
          <a:solidFill>
            <a:srgbClr val="2B2F3A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오류 비중</c:v>
                </c:pt>
              </c:strCache>
            </c:strRef>
          </c:tx>
          <c:spPr>
            <a:solidFill>
              <a:srgbClr val="284890"/>
            </a:solidFill>
          </c:spPr>
          <c:invertIfNegative val="0"/>
          <c:dPt>
            <c:idx val="0"/>
            <c:spPr>
              <a:solidFill>
                <a:srgbClr val="284890"/>
              </a:solidFill>
            </c:spPr>
          </c:dPt>
          <c:dPt>
            <c:idx val="1"/>
            <c:spPr>
              <a:solidFill>
                <a:srgbClr val="284890"/>
              </a:solidFill>
            </c:spPr>
          </c:dPt>
          <c:dPt>
            <c:idx val="2"/>
            <c:spPr>
              <a:solidFill>
                <a:srgbClr val="A9BFE2"/>
              </a:solidFill>
            </c:spPr>
          </c:dPt>
          <c:dPt>
            <c:idx val="3"/>
            <c:spPr>
              <a:solidFill>
                <a:srgbClr val="A9BFE2"/>
              </a:solidFill>
            </c:spPr>
          </c:dPt>
          <c:cat>
            <c:strRef>
              <c:f>Sheet1!$A$2:$A$5</c:f>
              <c:strCache>
                <c:ptCount val="4"/>
                <c:pt idx="0">
                  <c:v>0~1초</c:v>
                </c:pt>
                <c:pt idx="1">
                  <c:v>1~2.5초</c:v>
                </c:pt>
                <c:pt idx="2">
                  <c:v>2.5~4.2초</c:v>
                </c:pt>
                <c:pt idx="3">
                  <c:v>4.2초~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45.3</c:v>
                </c:pt>
                <c:pt idx="1">
                  <c:v>44.5</c:v>
                </c:pt>
                <c:pt idx="2">
                  <c:v>7.3</c:v>
                </c:pt>
                <c:pt idx="3">
                  <c:v>3.0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2090" b="1">
                  <a:solidFill>
                    <a:srgbClr val="28489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84890"/>
            </a:solidFill>
          </a:ln>
        </c:spPr>
        <c:txPr>
          <a:bodyPr/>
          <a:lstStyle/>
          <a:p>
            <a:pPr>
              <a:defRPr sz="1980">
                <a:solidFill>
                  <a:srgbClr val="28489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70">
          <a:solidFill>
            <a:srgbClr val="2B2F3A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증강 전 (6층)</c:v>
                </c:pt>
              </c:strCache>
            </c:strRef>
          </c:tx>
          <c:spPr>
            <a:solidFill>
              <a:srgbClr val="A9BFE2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0~1초</c:v>
                </c:pt>
                <c:pt idx="1">
                  <c:v>1~2.5초</c:v>
                </c:pt>
                <c:pt idx="2">
                  <c:v>2.5~4.2초</c:v>
                </c:pt>
                <c:pt idx="3">
                  <c:v>4.2초~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88.19</c:v>
                </c:pt>
                <c:pt idx="1">
                  <c:v>91.38</c:v>
                </c:pt>
                <c:pt idx="2">
                  <c:v>96.26</c:v>
                </c:pt>
                <c:pt idx="3">
                  <c:v>97.55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증강 후</c:v>
                </c:pt>
              </c:strCache>
            </c:strRef>
          </c:tx>
          <c:spPr>
            <a:solidFill>
              <a:srgbClr val="284890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0~1초</c:v>
                </c:pt>
                <c:pt idx="1">
                  <c:v>1~2.5초</c:v>
                </c:pt>
                <c:pt idx="2">
                  <c:v>2.5~4.2초</c:v>
                </c:pt>
                <c:pt idx="3">
                  <c:v>4.2초~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87.61</c:v>
                </c:pt>
                <c:pt idx="1">
                  <c:v>91.07</c:v>
                </c:pt>
                <c:pt idx="2">
                  <c:v>96.11</c:v>
                </c:pt>
                <c:pt idx="3">
                  <c:v>97.28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sz="1760" b="1">
                  <a:solidFill>
                    <a:srgbClr val="28489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84890"/>
            </a:solidFill>
          </a:ln>
        </c:spPr>
        <c:txPr>
          <a:bodyPr/>
          <a:lstStyle/>
          <a:p>
            <a:pPr>
              <a:defRPr sz="1980">
                <a:solidFill>
                  <a:srgbClr val="28489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1.0"/>
          <c:min val="84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980">
              <a:solidFill>
                <a:srgbClr val="284890"/>
              </a:solidFill>
            </a:defRPr>
          </a:pPr>
        </a:p>
      </c:txPr>
    </c:legend>
    <c:dispBlanksAs val="gap"/>
  </c:chart>
  <c:txPr>
    <a:bodyPr/>
    <a:lstStyle/>
    <a:p>
      <a:pPr>
        <a:defRPr sz="1870">
          <a:solidFill>
            <a:srgbClr val="2B2F3A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</c:v>
                </c:pt>
              </c:strCache>
            </c:strRef>
          </c:tx>
          <c:spPr>
            <a:solidFill>
              <a:srgbClr val="284890"/>
            </a:solidFill>
          </c:spPr>
          <c:invertIfNegative val="0"/>
          <c:dPt>
            <c:idx val="0"/>
            <c:spPr>
              <a:solidFill>
                <a:srgbClr val="284890"/>
              </a:solidFill>
            </c:spPr>
          </c:dPt>
          <c:dPt>
            <c:idx val="1"/>
            <c:spPr>
              <a:solidFill>
                <a:srgbClr val="A9BFE2"/>
              </a:solidFill>
            </c:spPr>
          </c:dPt>
          <c:dPt>
            <c:idx val="2"/>
            <c:spPr>
              <a:solidFill>
                <a:srgbClr val="A9BFE2"/>
              </a:solidFill>
            </c:spPr>
          </c:dPt>
          <c:dPt>
            <c:idx val="3"/>
            <c:spPr>
              <a:solidFill>
                <a:srgbClr val="A9BFE2"/>
              </a:solidFill>
            </c:spPr>
          </c:dPt>
          <c:cat>
            <c:strRef>
              <c:f>Sheet1!$A$2:$A$5</c:f>
              <c:strCache>
                <c:ptCount val="4"/>
                <c:pt idx="0">
                  <c:v>0~1초</c:v>
                </c:pt>
                <c:pt idx="1">
                  <c:v>1~2.5초</c:v>
                </c:pt>
                <c:pt idx="2">
                  <c:v>2.5~4.2초</c:v>
                </c:pt>
                <c:pt idx="3">
                  <c:v>4.2초~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90.39</c:v>
                </c:pt>
                <c:pt idx="1">
                  <c:v>92.26</c:v>
                </c:pt>
                <c:pt idx="2">
                  <c:v>96.9</c:v>
                </c:pt>
                <c:pt idx="3">
                  <c:v>98.13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sz="1980" b="1">
                  <a:solidFill>
                    <a:srgbClr val="28489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84890"/>
            </a:solidFill>
          </a:ln>
        </c:spPr>
        <c:txPr>
          <a:bodyPr/>
          <a:lstStyle/>
          <a:p>
            <a:pPr>
              <a:defRPr sz="1980">
                <a:solidFill>
                  <a:srgbClr val="28489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1.0"/>
          <c:min val="8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70">
          <a:solidFill>
            <a:srgbClr val="2B2F3A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대원</c:v>
                </c:pt>
              </c:strCache>
            </c:strRef>
          </c:tx>
          <c:spPr>
            <a:solidFill>
              <a:srgbClr val="A9BFE2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전체 Training</c:v>
                </c:pt>
                <c:pt idx="1">
                  <c:v>마스킹 구간 (124개)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48.02</c:v>
                </c:pt>
                <c:pt idx="1">
                  <c:v>39.52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신고자</c:v>
                </c:pt>
              </c:strCache>
            </c:strRef>
          </c:tx>
          <c:spPr>
            <a:solidFill>
              <a:srgbClr val="284890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전체 Training</c:v>
                </c:pt>
                <c:pt idx="1">
                  <c:v>마스킹 구간 (124개)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51.98</c:v>
                </c:pt>
                <c:pt idx="1">
                  <c:v>60.48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760" b="1">
                  <a:solidFill>
                    <a:srgbClr val="28489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84890"/>
            </a:solidFill>
          </a:ln>
        </c:spPr>
        <c:txPr>
          <a:bodyPr/>
          <a:lstStyle/>
          <a:p>
            <a:pPr>
              <a:defRPr sz="1980">
                <a:solidFill>
                  <a:srgbClr val="28489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8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980">
              <a:solidFill>
                <a:srgbClr val="284890"/>
              </a:solidFill>
            </a:defRPr>
          </a:pPr>
        </a:p>
      </c:txPr>
    </c:legend>
    <c:dispBlanksAs val="gap"/>
  </c:chart>
  <c:txPr>
    <a:bodyPr/>
    <a:lstStyle/>
    <a:p>
      <a:pPr>
        <a:defRPr sz="1870">
          <a:solidFill>
            <a:srgbClr val="2B2F3A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마스킹 포함</c:v>
                </c:pt>
              </c:strCache>
            </c:strRef>
          </c:tx>
          <c:spPr>
            <a:solidFill>
              <a:srgbClr val="A9BFE2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Accuracy</c:v>
                </c:pt>
                <c:pt idx="1">
                  <c:v>대원 recall</c:v>
                </c:pt>
                <c:pt idx="2">
                  <c:v>신고자 recall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92.64</c:v>
                </c:pt>
                <c:pt idx="1">
                  <c:v>87.81</c:v>
                </c:pt>
                <c:pt idx="2">
                  <c:v>97.11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마스킹 제외</c:v>
                </c:pt>
              </c:strCache>
            </c:strRef>
          </c:tx>
          <c:spPr>
            <a:solidFill>
              <a:srgbClr val="284890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Accuracy</c:v>
                </c:pt>
                <c:pt idx="1">
                  <c:v>대원 recall</c:v>
                </c:pt>
                <c:pt idx="2">
                  <c:v>신고자 recall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97.07</c:v>
                </c:pt>
                <c:pt idx="1">
                  <c:v>96.82</c:v>
                </c:pt>
                <c:pt idx="2">
                  <c:v>97.3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980" b="1">
                  <a:solidFill>
                    <a:srgbClr val="28489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84890"/>
            </a:solidFill>
          </a:ln>
        </c:spPr>
        <c:txPr>
          <a:bodyPr/>
          <a:lstStyle/>
          <a:p>
            <a:pPr>
              <a:defRPr sz="1980">
                <a:solidFill>
                  <a:srgbClr val="28489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1.0"/>
          <c:min val="8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980">
              <a:solidFill>
                <a:srgbClr val="284890"/>
              </a:solidFill>
            </a:defRPr>
          </a:pPr>
        </a:p>
      </c:txPr>
    </c:legend>
    <c:dispBlanksAs val="gap"/>
  </c:chart>
  <c:txPr>
    <a:bodyPr/>
    <a:lstStyle/>
    <a:p>
      <a:pPr>
        <a:defRPr sz="1870">
          <a:solidFill>
            <a:srgbClr val="2B2F3A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비중</c:v>
                </c:pt>
              </c:strCache>
            </c:strRef>
          </c:tx>
          <c:spPr>
            <a:solidFill>
              <a:srgbClr val="284890"/>
            </a:solidFill>
            <a:ln>
              <a:noFill/>
            </a:ln>
          </c:spPr>
          <c:dPt>
            <c:idx val="0"/>
            <c:spPr>
              <a:solidFill>
                <a:srgbClr val="284890"/>
              </a:solidFill>
              <a:ln>
                <a:noFill/>
              </a:ln>
            </c:spPr>
          </c:dPt>
          <c:dPt>
            <c:idx val="1"/>
            <c:spPr>
              <a:solidFill>
                <a:srgbClr val="A9BFE2"/>
              </a:solidFill>
              <a:ln>
                <a:noFill/>
              </a:ln>
            </c:spPr>
          </c:dPt>
          <c:dPt>
            <c:idx val="2"/>
            <c:spPr>
              <a:solidFill>
                <a:srgbClr val="284890"/>
              </a:solidFill>
              <a:ln>
                <a:noFill/>
              </a:ln>
            </c:spPr>
          </c:dPt>
          <c:dPt>
            <c:idx val="3"/>
            <c:spPr>
              <a:solidFill>
                <a:srgbClr val="A9BFE2"/>
              </a:solidFill>
              <a:ln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Train 여성</c:v>
                </c:pt>
                <c:pt idx="1">
                  <c:v>Train 남성</c:v>
                </c:pt>
                <c:pt idx="2">
                  <c:v>Val 여성</c:v>
                </c:pt>
                <c:pt idx="3">
                  <c:v>Val 남성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53.2</c:v>
                </c:pt>
                <c:pt idx="1">
                  <c:v>46.8</c:v>
                </c:pt>
                <c:pt idx="2">
                  <c:v>53.8</c:v>
                </c:pt>
                <c:pt idx="3">
                  <c:v>46.2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600" b="1">
                  <a:solidFill>
                    <a:srgbClr val="284890"/>
                  </a:solidFill>
                  <a:latin typeface="맑은 고딕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6B7280"/>
            </a:solidFill>
          </a:ln>
        </c:spPr>
        <c:txPr>
          <a:bodyPr/>
          <a:lstStyle/>
          <a:p>
            <a:pPr>
              <a:defRPr sz="1600">
                <a:solidFill>
                  <a:srgbClr val="2B2F3A"/>
                </a:solidFill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2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</c:v>
                </c:pt>
              </c:strCache>
            </c:strRef>
          </c:tx>
          <c:spPr>
            <a:solidFill>
              <a:srgbClr val="284890"/>
            </a:solidFill>
            <a:ln>
              <a:noFill/>
            </a:ln>
          </c:spPr>
          <c:dPt>
            <c:idx val="0"/>
            <c:spPr>
              <a:solidFill>
                <a:srgbClr val="A9BFE2"/>
              </a:solidFill>
              <a:ln>
                <a:noFill/>
              </a:ln>
            </c:spPr>
          </c:dPt>
          <c:dPt>
            <c:idx val="1"/>
            <c:spPr>
              <a:solidFill>
                <a:srgbClr val="A9BFE2"/>
              </a:solidFill>
              <a:ln>
                <a:noFill/>
              </a:ln>
            </c:spPr>
          </c:dPt>
          <c:dPt>
            <c:idx val="2"/>
            <c:spPr>
              <a:solidFill>
                <a:srgbClr val="7F9CCB"/>
              </a:solidFill>
              <a:ln>
                <a:noFill/>
              </a:ln>
            </c:spPr>
          </c:dPt>
          <c:dPt>
            <c:idx val="3"/>
            <c:spPr>
              <a:solidFill>
                <a:srgbClr val="284890"/>
              </a:solidFill>
              <a:ln>
                <a:noFill/>
              </a:ln>
            </c:spPr>
          </c:dPt>
          <c:dPt>
            <c:idx val="4"/>
            <c:spPr>
              <a:solidFill>
                <a:srgbClr val="D6E6F5"/>
              </a:solidFill>
              <a:ln>
                <a:noFill/>
              </a:ln>
            </c:spPr>
          </c:dPt>
          <c:cat>
            <c:strRef>
              <c:f>Sheet1!$A$2:$A$6</c:f>
              <c:strCache>
                <c:ptCount val="5"/>
                <c:pt idx="0">
                  <c:v>CNN 탐색 최고</c:v>
                </c:pt>
                <c:pt idx="1">
                  <c:v>EfficientNet 기준선</c:v>
                </c:pt>
                <c:pt idx="2">
                  <c:v>ECAPA 도입</c:v>
                </c:pt>
                <c:pt idx="3">
                  <c:v>길이 가중 평균</c:v>
                </c:pt>
                <c:pt idx="4">
                  <c:v>앙상블 (미채택)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97.45</c:v>
                </c:pt>
                <c:pt idx="1">
                  <c:v>97.46</c:v>
                </c:pt>
                <c:pt idx="2">
                  <c:v>98.08</c:v>
                </c:pt>
                <c:pt idx="3">
                  <c:v>98.21</c:v>
                </c:pt>
                <c:pt idx="4">
                  <c:v>98.36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sz="1600" b="1">
                  <a:solidFill>
                    <a:srgbClr val="284890"/>
                  </a:solidFill>
                  <a:latin typeface="맑은 고딕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6B7280"/>
            </a:solidFill>
          </a:ln>
        </c:spPr>
        <c:txPr>
          <a:bodyPr/>
          <a:lstStyle/>
          <a:p>
            <a:pPr>
              <a:defRPr sz="1760">
                <a:solidFill>
                  <a:srgbClr val="2B2F3A"/>
                </a:solidFill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8.7"/>
          <c:min val="96.6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</c:v>
                </c:pt>
              </c:strCache>
            </c:strRef>
          </c:tx>
          <c:spPr>
            <a:solidFill>
              <a:srgbClr val="284890"/>
            </a:solidFill>
            <a:ln>
              <a:noFill/>
            </a:ln>
          </c:spPr>
          <c:dPt>
            <c:idx val="0"/>
            <c:spPr>
              <a:solidFill>
                <a:srgbClr val="A9BFE2"/>
              </a:solidFill>
              <a:ln>
                <a:noFill/>
              </a:ln>
            </c:spPr>
          </c:dPt>
          <c:dPt>
            <c:idx val="1"/>
            <c:spPr>
              <a:solidFill>
                <a:srgbClr val="A9BFE2"/>
              </a:solidFill>
              <a:ln>
                <a:noFill/>
              </a:ln>
            </c:spPr>
          </c:dPt>
          <c:dPt>
            <c:idx val="2"/>
            <c:spPr>
              <a:solidFill>
                <a:srgbClr val="A9BFE2"/>
              </a:solidFill>
              <a:ln>
                <a:noFill/>
              </a:ln>
            </c:spPr>
          </c:dPt>
          <c:dPt>
            <c:idx val="3"/>
            <c:spPr>
              <a:solidFill>
                <a:srgbClr val="284890"/>
              </a:solidFill>
              <a:ln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발화 단위</c:v>
                </c:pt>
                <c:pt idx="1">
                  <c:v>콜 평균</c:v>
                </c:pt>
                <c:pt idx="2">
                  <c:v>평균+표준편차</c:v>
                </c:pt>
                <c:pt idx="3">
                  <c:v>길이 가중 평균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97.58</c:v>
                </c:pt>
                <c:pt idx="1">
                  <c:v>98.08</c:v>
                </c:pt>
                <c:pt idx="2">
                  <c:v>97.94</c:v>
                </c:pt>
                <c:pt idx="3">
                  <c:v>98.21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sz="1600" b="1">
                  <a:solidFill>
                    <a:srgbClr val="284890"/>
                  </a:solidFill>
                  <a:latin typeface="맑은 고딕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6B7280"/>
            </a:solidFill>
          </a:ln>
        </c:spPr>
        <c:txPr>
          <a:bodyPr/>
          <a:lstStyle/>
          <a:p>
            <a:pPr>
              <a:defRPr sz="1600">
                <a:solidFill>
                  <a:srgbClr val="2B2F3A"/>
                </a:solidFill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8.4"/>
          <c:min val="97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EfficientNet</c:v>
                </c:pt>
              </c:strCache>
            </c:strRef>
          </c:tx>
          <c:spPr>
            <a:solidFill>
              <a:srgbClr val="A9BFE2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seed 42</c:v>
                </c:pt>
                <c:pt idx="1">
                  <c:v>seed 123</c:v>
                </c:pt>
                <c:pt idx="2">
                  <c:v>seed 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97.36</c:v>
                </c:pt>
                <c:pt idx="1">
                  <c:v>97.45</c:v>
                </c:pt>
                <c:pt idx="2">
                  <c:v>97.58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ECAPA</c:v>
                </c:pt>
              </c:strCache>
            </c:strRef>
          </c:tx>
          <c:spPr>
            <a:solidFill>
              <a:srgbClr val="28489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seed 42</c:v>
                </c:pt>
                <c:pt idx="1">
                  <c:v>seed 123</c:v>
                </c:pt>
                <c:pt idx="2">
                  <c:v>seed 2026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98.21</c:v>
                </c:pt>
                <c:pt idx="1">
                  <c:v>98.21</c:v>
                </c:pt>
                <c:pt idx="2">
                  <c:v>98.21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앙상블</c:v>
                </c:pt>
              </c:strCache>
            </c:strRef>
          </c:tx>
          <c:spPr>
            <a:solidFill>
              <a:srgbClr val="7F9CCB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seed 42</c:v>
                </c:pt>
                <c:pt idx="1">
                  <c:v>seed 123</c:v>
                </c:pt>
                <c:pt idx="2">
                  <c:v>seed 2026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98.32</c:v>
                </c:pt>
                <c:pt idx="1">
                  <c:v>98.38</c:v>
                </c:pt>
                <c:pt idx="2">
                  <c:v>98.38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300" b="1">
                  <a:solidFill>
                    <a:srgbClr val="284890"/>
                  </a:solidFill>
                  <a:latin typeface="맑은 고딕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6B7280"/>
            </a:solidFill>
          </a:ln>
        </c:spPr>
        <c:txPr>
          <a:bodyPr/>
          <a:lstStyle/>
          <a:p>
            <a:pPr>
              <a:defRPr sz="1600">
                <a:solidFill>
                  <a:srgbClr val="2B2F3A"/>
                </a:solidFill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8.8"/>
          <c:min val="96.8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600">
              <a:solidFill>
                <a:srgbClr val="2B2F3A"/>
              </a:solidFill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</c:v>
                </c:pt>
              </c:strCache>
            </c:strRef>
          </c:tx>
          <c:spPr>
            <a:solidFill>
              <a:srgbClr val="284890"/>
            </a:solidFill>
            <a:ln>
              <a:noFill/>
            </a:ln>
          </c:spPr>
          <c:dPt>
            <c:idx val="0"/>
            <c:spPr>
              <a:solidFill>
                <a:srgbClr val="A9BFE2"/>
              </a:solidFill>
              <a:ln>
                <a:noFill/>
              </a:ln>
            </c:spPr>
          </c:dPt>
          <c:dPt>
            <c:idx val="1"/>
            <c:spPr>
              <a:solidFill>
                <a:srgbClr val="A9BFE2"/>
              </a:solidFill>
              <a:ln>
                <a:noFill/>
              </a:ln>
            </c:spPr>
          </c:dPt>
          <c:dPt>
            <c:idx val="2"/>
            <c:spPr>
              <a:solidFill>
                <a:srgbClr val="A9BFE2"/>
              </a:solidFill>
              <a:ln>
                <a:noFill/>
              </a:ln>
            </c:spPr>
          </c:dPt>
          <c:dPt>
            <c:idx val="3"/>
            <c:spPr>
              <a:solidFill>
                <a:srgbClr val="A9BFE2"/>
              </a:solidFill>
              <a:ln>
                <a:noFill/>
              </a:ln>
            </c:spPr>
          </c:dPt>
          <c:dPt>
            <c:idx val="4"/>
            <c:spPr>
              <a:solidFill>
                <a:srgbClr val="A9BFE2"/>
              </a:solidFill>
              <a:ln>
                <a:noFill/>
              </a:ln>
            </c:spPr>
          </c:dPt>
          <c:cat>
            <c:strRef>
              <c:f>Sheet1!$A$2:$A$6</c:f>
              <c:strCache>
                <c:ptCount val="5"/>
                <c:pt idx="0">
                  <c:v>~21초</c:v>
                </c:pt>
                <c:pt idx="1">
                  <c:v>21~28초</c:v>
                </c:pt>
                <c:pt idx="2">
                  <c:v>28~34초</c:v>
                </c:pt>
                <c:pt idx="3">
                  <c:v>34~45초</c:v>
                </c:pt>
                <c:pt idx="4">
                  <c:v>45초~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98.35</c:v>
                </c:pt>
                <c:pt idx="1">
                  <c:v>98.63</c:v>
                </c:pt>
                <c:pt idx="2">
                  <c:v>97.8</c:v>
                </c:pt>
                <c:pt idx="3">
                  <c:v>97.94</c:v>
                </c:pt>
                <c:pt idx="4">
                  <c:v>98.35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sz="1600" b="1">
                  <a:solidFill>
                    <a:srgbClr val="284890"/>
                  </a:solidFill>
                  <a:latin typeface="맑은 고딕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6B7280"/>
            </a:solidFill>
          </a:ln>
        </c:spPr>
        <c:txPr>
          <a:bodyPr/>
          <a:lstStyle/>
          <a:p>
            <a:pPr>
              <a:defRPr sz="1600">
                <a:solidFill>
                  <a:srgbClr val="2B2F3A"/>
                </a:solidFill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9.3"/>
          <c:min val="96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image" Target="../media/image41.png"/><Relationship Id="rId15" Type="http://schemas.openxmlformats.org/officeDocument/2006/relationships/image" Target="../media/image42.png"/><Relationship Id="rId16" Type="http://schemas.openxmlformats.org/officeDocument/2006/relationships/image" Target="../media/image4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chart" Target="../charts/char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chart" Target="../charts/char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chart" Target="../charts/chart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chart" Target="../charts/chart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chart" Target="../charts/chart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chart" Target="../charts/char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chart" Target="../charts/char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chart" Target="../charts/char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image" Target="../media/image44.png"/><Relationship Id="rId15" Type="http://schemas.openxmlformats.org/officeDocument/2006/relationships/image" Target="../media/image4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chart" Target="../charts/chart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chart" Target="../charts/chart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chart" Target="../charts/char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chart" Target="../charts/char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chart" Target="../charts/chart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image" Target="../media/image46.png"/><Relationship Id="rId15" Type="http://schemas.openxmlformats.org/officeDocument/2006/relationships/image" Target="../media/image4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image" Target="../media/image48.png"/><Relationship Id="rId15" Type="http://schemas.openxmlformats.org/officeDocument/2006/relationships/chart" Target="../charts/chart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chart" Target="../charts/chart1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4.png"/><Relationship Id="rId15" Type="http://schemas.openxmlformats.org/officeDocument/2006/relationships/image" Target="../media/image25.png"/><Relationship Id="rId16" Type="http://schemas.openxmlformats.org/officeDocument/2006/relationships/image" Target="../media/image26.png"/><Relationship Id="rId17" Type="http://schemas.openxmlformats.org/officeDocument/2006/relationships/image" Target="../media/image27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154410"/>
            <a:chOff x="0" y="0"/>
            <a:chExt cx="20104100" cy="111544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1026565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534734" y="2808598"/>
              <a:ext cx="3950970" cy="1364615"/>
            </a:xfrm>
            <a:custGeom>
              <a:avLst/>
              <a:gdLst/>
              <a:ahLst/>
              <a:cxnLst/>
              <a:rect l="l" t="t" r="r" b="b"/>
              <a:pathLst>
                <a:path w="3950970" h="1364614">
                  <a:moveTo>
                    <a:pt x="614337" y="879106"/>
                  </a:moveTo>
                  <a:lnTo>
                    <a:pt x="300482" y="879106"/>
                  </a:lnTo>
                  <a:lnTo>
                    <a:pt x="282917" y="876693"/>
                  </a:lnTo>
                  <a:lnTo>
                    <a:pt x="270357" y="869810"/>
                  </a:lnTo>
                  <a:lnTo>
                    <a:pt x="262826" y="859028"/>
                  </a:lnTo>
                  <a:lnTo>
                    <a:pt x="260324" y="844892"/>
                  </a:lnTo>
                  <a:lnTo>
                    <a:pt x="260324" y="324281"/>
                  </a:lnTo>
                  <a:lnTo>
                    <a:pt x="606907" y="324281"/>
                  </a:lnTo>
                  <a:lnTo>
                    <a:pt x="606907" y="78841"/>
                  </a:lnTo>
                  <a:lnTo>
                    <a:pt x="0" y="78841"/>
                  </a:lnTo>
                  <a:lnTo>
                    <a:pt x="0" y="957948"/>
                  </a:lnTo>
                  <a:lnTo>
                    <a:pt x="5943" y="1008507"/>
                  </a:lnTo>
                  <a:lnTo>
                    <a:pt x="23253" y="1050061"/>
                  </a:lnTo>
                  <a:lnTo>
                    <a:pt x="51130" y="1082522"/>
                  </a:lnTo>
                  <a:lnTo>
                    <a:pt x="88811" y="1105814"/>
                  </a:lnTo>
                  <a:lnTo>
                    <a:pt x="135496" y="1119847"/>
                  </a:lnTo>
                  <a:lnTo>
                    <a:pt x="190411" y="1124546"/>
                  </a:lnTo>
                  <a:lnTo>
                    <a:pt x="614337" y="1124546"/>
                  </a:lnTo>
                  <a:lnTo>
                    <a:pt x="614337" y="879106"/>
                  </a:lnTo>
                  <a:close/>
                </a:path>
                <a:path w="3950970" h="1364614">
                  <a:moveTo>
                    <a:pt x="905891" y="0"/>
                  </a:moveTo>
                  <a:lnTo>
                    <a:pt x="682764" y="0"/>
                  </a:lnTo>
                  <a:lnTo>
                    <a:pt x="682764" y="455168"/>
                  </a:lnTo>
                  <a:lnTo>
                    <a:pt x="467080" y="455168"/>
                  </a:lnTo>
                  <a:lnTo>
                    <a:pt x="467080" y="696150"/>
                  </a:lnTo>
                  <a:lnTo>
                    <a:pt x="682764" y="696150"/>
                  </a:lnTo>
                  <a:lnTo>
                    <a:pt x="682764" y="1364030"/>
                  </a:lnTo>
                  <a:lnTo>
                    <a:pt x="905891" y="1364030"/>
                  </a:lnTo>
                  <a:lnTo>
                    <a:pt x="905891" y="0"/>
                  </a:lnTo>
                  <a:close/>
                </a:path>
                <a:path w="3950970" h="1364614">
                  <a:moveTo>
                    <a:pt x="1215288" y="0"/>
                  </a:moveTo>
                  <a:lnTo>
                    <a:pt x="980262" y="0"/>
                  </a:lnTo>
                  <a:lnTo>
                    <a:pt x="980262" y="1364030"/>
                  </a:lnTo>
                  <a:lnTo>
                    <a:pt x="1215288" y="1364030"/>
                  </a:lnTo>
                  <a:lnTo>
                    <a:pt x="1215288" y="0"/>
                  </a:lnTo>
                  <a:close/>
                </a:path>
                <a:path w="3950970" h="1364614">
                  <a:moveTo>
                    <a:pt x="2202916" y="603923"/>
                  </a:moveTo>
                  <a:lnTo>
                    <a:pt x="2201214" y="547090"/>
                  </a:lnTo>
                  <a:lnTo>
                    <a:pt x="2196173" y="492696"/>
                  </a:lnTo>
                  <a:lnTo>
                    <a:pt x="2187867" y="440893"/>
                  </a:lnTo>
                  <a:lnTo>
                    <a:pt x="2176373" y="391782"/>
                  </a:lnTo>
                  <a:lnTo>
                    <a:pt x="2161781" y="345503"/>
                  </a:lnTo>
                  <a:lnTo>
                    <a:pt x="2149513" y="315353"/>
                  </a:lnTo>
                  <a:lnTo>
                    <a:pt x="2144166" y="302183"/>
                  </a:lnTo>
                  <a:lnTo>
                    <a:pt x="2123617" y="261962"/>
                  </a:lnTo>
                  <a:lnTo>
                    <a:pt x="2100199" y="224955"/>
                  </a:lnTo>
                  <a:lnTo>
                    <a:pt x="2074024" y="191287"/>
                  </a:lnTo>
                  <a:lnTo>
                    <a:pt x="2045157" y="161112"/>
                  </a:lnTo>
                  <a:lnTo>
                    <a:pt x="2013673" y="134531"/>
                  </a:lnTo>
                  <a:lnTo>
                    <a:pt x="1979650" y="111696"/>
                  </a:lnTo>
                  <a:lnTo>
                    <a:pt x="1943201" y="92710"/>
                  </a:lnTo>
                  <a:lnTo>
                    <a:pt x="1938159" y="90766"/>
                  </a:lnTo>
                  <a:lnTo>
                    <a:pt x="1938159" y="603923"/>
                  </a:lnTo>
                  <a:lnTo>
                    <a:pt x="1935518" y="664578"/>
                  </a:lnTo>
                  <a:lnTo>
                    <a:pt x="1927644" y="719924"/>
                  </a:lnTo>
                  <a:lnTo>
                    <a:pt x="1914613" y="769099"/>
                  </a:lnTo>
                  <a:lnTo>
                    <a:pt x="1896503" y="811237"/>
                  </a:lnTo>
                  <a:lnTo>
                    <a:pt x="1873364" y="845515"/>
                  </a:lnTo>
                  <a:lnTo>
                    <a:pt x="1812302" y="886993"/>
                  </a:lnTo>
                  <a:lnTo>
                    <a:pt x="1774520" y="892505"/>
                  </a:lnTo>
                  <a:lnTo>
                    <a:pt x="1737169" y="886993"/>
                  </a:lnTo>
                  <a:lnTo>
                    <a:pt x="1676349" y="845515"/>
                  </a:lnTo>
                  <a:lnTo>
                    <a:pt x="1653108" y="811237"/>
                  </a:lnTo>
                  <a:lnTo>
                    <a:pt x="1634832" y="769099"/>
                  </a:lnTo>
                  <a:lnTo>
                    <a:pt x="1621624" y="719924"/>
                  </a:lnTo>
                  <a:lnTo>
                    <a:pt x="1613611" y="664578"/>
                  </a:lnTo>
                  <a:lnTo>
                    <a:pt x="1610906" y="603923"/>
                  </a:lnTo>
                  <a:lnTo>
                    <a:pt x="1613611" y="543267"/>
                  </a:lnTo>
                  <a:lnTo>
                    <a:pt x="1621624" y="487921"/>
                  </a:lnTo>
                  <a:lnTo>
                    <a:pt x="1634832" y="438759"/>
                  </a:lnTo>
                  <a:lnTo>
                    <a:pt x="1653108" y="396608"/>
                  </a:lnTo>
                  <a:lnTo>
                    <a:pt x="1676349" y="362343"/>
                  </a:lnTo>
                  <a:lnTo>
                    <a:pt x="1737169" y="320865"/>
                  </a:lnTo>
                  <a:lnTo>
                    <a:pt x="1774520" y="315353"/>
                  </a:lnTo>
                  <a:lnTo>
                    <a:pt x="1812302" y="320865"/>
                  </a:lnTo>
                  <a:lnTo>
                    <a:pt x="1873364" y="362343"/>
                  </a:lnTo>
                  <a:lnTo>
                    <a:pt x="1896503" y="396608"/>
                  </a:lnTo>
                  <a:lnTo>
                    <a:pt x="1914613" y="438759"/>
                  </a:lnTo>
                  <a:lnTo>
                    <a:pt x="1927644" y="487921"/>
                  </a:lnTo>
                  <a:lnTo>
                    <a:pt x="1935518" y="543267"/>
                  </a:lnTo>
                  <a:lnTo>
                    <a:pt x="1938159" y="603923"/>
                  </a:lnTo>
                  <a:lnTo>
                    <a:pt x="1938159" y="90766"/>
                  </a:lnTo>
                  <a:lnTo>
                    <a:pt x="1904377" y="77724"/>
                  </a:lnTo>
                  <a:lnTo>
                    <a:pt x="1863267" y="66865"/>
                  </a:lnTo>
                  <a:lnTo>
                    <a:pt x="1819960" y="60248"/>
                  </a:lnTo>
                  <a:lnTo>
                    <a:pt x="1774520" y="58026"/>
                  </a:lnTo>
                  <a:lnTo>
                    <a:pt x="1729092" y="60248"/>
                  </a:lnTo>
                  <a:lnTo>
                    <a:pt x="1685785" y="66865"/>
                  </a:lnTo>
                  <a:lnTo>
                    <a:pt x="1644675" y="77724"/>
                  </a:lnTo>
                  <a:lnTo>
                    <a:pt x="1605851" y="92710"/>
                  </a:lnTo>
                  <a:lnTo>
                    <a:pt x="1569402" y="111696"/>
                  </a:lnTo>
                  <a:lnTo>
                    <a:pt x="1535391" y="134531"/>
                  </a:lnTo>
                  <a:lnTo>
                    <a:pt x="1503908" y="161112"/>
                  </a:lnTo>
                  <a:lnTo>
                    <a:pt x="1475028" y="191287"/>
                  </a:lnTo>
                  <a:lnTo>
                    <a:pt x="1448854" y="224955"/>
                  </a:lnTo>
                  <a:lnTo>
                    <a:pt x="1425435" y="261962"/>
                  </a:lnTo>
                  <a:lnTo>
                    <a:pt x="1404886" y="302183"/>
                  </a:lnTo>
                  <a:lnTo>
                    <a:pt x="1387271" y="345503"/>
                  </a:lnTo>
                  <a:lnTo>
                    <a:pt x="1372679" y="391782"/>
                  </a:lnTo>
                  <a:lnTo>
                    <a:pt x="1361186" y="440893"/>
                  </a:lnTo>
                  <a:lnTo>
                    <a:pt x="1352880" y="492696"/>
                  </a:lnTo>
                  <a:lnTo>
                    <a:pt x="1347825" y="547090"/>
                  </a:lnTo>
                  <a:lnTo>
                    <a:pt x="1346123" y="603923"/>
                  </a:lnTo>
                  <a:lnTo>
                    <a:pt x="1347825" y="660755"/>
                  </a:lnTo>
                  <a:lnTo>
                    <a:pt x="1352880" y="715137"/>
                  </a:lnTo>
                  <a:lnTo>
                    <a:pt x="1361186" y="766953"/>
                  </a:lnTo>
                  <a:lnTo>
                    <a:pt x="1372679" y="816063"/>
                  </a:lnTo>
                  <a:lnTo>
                    <a:pt x="1387271" y="862342"/>
                  </a:lnTo>
                  <a:lnTo>
                    <a:pt x="1404886" y="905662"/>
                  </a:lnTo>
                  <a:lnTo>
                    <a:pt x="1425435" y="945883"/>
                  </a:lnTo>
                  <a:lnTo>
                    <a:pt x="1448854" y="982891"/>
                  </a:lnTo>
                  <a:lnTo>
                    <a:pt x="1475028" y="1016558"/>
                  </a:lnTo>
                  <a:lnTo>
                    <a:pt x="1503908" y="1046734"/>
                  </a:lnTo>
                  <a:lnTo>
                    <a:pt x="1535391" y="1073315"/>
                  </a:lnTo>
                  <a:lnTo>
                    <a:pt x="1569402" y="1096162"/>
                  </a:lnTo>
                  <a:lnTo>
                    <a:pt x="1605851" y="1115136"/>
                  </a:lnTo>
                  <a:lnTo>
                    <a:pt x="1644675" y="1130122"/>
                  </a:lnTo>
                  <a:lnTo>
                    <a:pt x="1685785" y="1140980"/>
                  </a:lnTo>
                  <a:lnTo>
                    <a:pt x="1729092" y="1147597"/>
                  </a:lnTo>
                  <a:lnTo>
                    <a:pt x="1774520" y="1149832"/>
                  </a:lnTo>
                  <a:lnTo>
                    <a:pt x="1819960" y="1147597"/>
                  </a:lnTo>
                  <a:lnTo>
                    <a:pt x="1863267" y="1140980"/>
                  </a:lnTo>
                  <a:lnTo>
                    <a:pt x="1904377" y="1130122"/>
                  </a:lnTo>
                  <a:lnTo>
                    <a:pt x="1943201" y="1115136"/>
                  </a:lnTo>
                  <a:lnTo>
                    <a:pt x="1979650" y="1096162"/>
                  </a:lnTo>
                  <a:lnTo>
                    <a:pt x="2013673" y="1073315"/>
                  </a:lnTo>
                  <a:lnTo>
                    <a:pt x="2045157" y="1046734"/>
                  </a:lnTo>
                  <a:lnTo>
                    <a:pt x="2074024" y="1016558"/>
                  </a:lnTo>
                  <a:lnTo>
                    <a:pt x="2100199" y="982891"/>
                  </a:lnTo>
                  <a:lnTo>
                    <a:pt x="2123617" y="945883"/>
                  </a:lnTo>
                  <a:lnTo>
                    <a:pt x="2144166" y="905662"/>
                  </a:lnTo>
                  <a:lnTo>
                    <a:pt x="2149513" y="892505"/>
                  </a:lnTo>
                  <a:lnTo>
                    <a:pt x="2161781" y="862342"/>
                  </a:lnTo>
                  <a:lnTo>
                    <a:pt x="2176373" y="816063"/>
                  </a:lnTo>
                  <a:lnTo>
                    <a:pt x="2187867" y="766953"/>
                  </a:lnTo>
                  <a:lnTo>
                    <a:pt x="2196173" y="715137"/>
                  </a:lnTo>
                  <a:lnTo>
                    <a:pt x="2201214" y="660755"/>
                  </a:lnTo>
                  <a:lnTo>
                    <a:pt x="2202916" y="603923"/>
                  </a:lnTo>
                  <a:close/>
                </a:path>
                <a:path w="3950970" h="1364614">
                  <a:moveTo>
                    <a:pt x="2567355" y="0"/>
                  </a:moveTo>
                  <a:lnTo>
                    <a:pt x="2296630" y="0"/>
                  </a:lnTo>
                  <a:lnTo>
                    <a:pt x="2296630" y="1364030"/>
                  </a:lnTo>
                  <a:lnTo>
                    <a:pt x="2567355" y="1364030"/>
                  </a:lnTo>
                  <a:lnTo>
                    <a:pt x="2567355" y="0"/>
                  </a:lnTo>
                  <a:close/>
                </a:path>
                <a:path w="3950970" h="1364614">
                  <a:moveTo>
                    <a:pt x="3519284" y="886548"/>
                  </a:moveTo>
                  <a:lnTo>
                    <a:pt x="3077502" y="886548"/>
                  </a:lnTo>
                  <a:lnTo>
                    <a:pt x="3056026" y="883386"/>
                  </a:lnTo>
                  <a:lnTo>
                    <a:pt x="3040684" y="874649"/>
                  </a:lnTo>
                  <a:lnTo>
                    <a:pt x="3031490" y="861453"/>
                  </a:lnTo>
                  <a:lnTo>
                    <a:pt x="3028416" y="844905"/>
                  </a:lnTo>
                  <a:lnTo>
                    <a:pt x="3028416" y="725893"/>
                  </a:lnTo>
                  <a:lnTo>
                    <a:pt x="3461270" y="725893"/>
                  </a:lnTo>
                  <a:lnTo>
                    <a:pt x="3461270" y="480466"/>
                  </a:lnTo>
                  <a:lnTo>
                    <a:pt x="3028416" y="480466"/>
                  </a:lnTo>
                  <a:lnTo>
                    <a:pt x="3028416" y="324281"/>
                  </a:lnTo>
                  <a:lnTo>
                    <a:pt x="3505898" y="324281"/>
                  </a:lnTo>
                  <a:lnTo>
                    <a:pt x="3505898" y="78841"/>
                  </a:lnTo>
                  <a:lnTo>
                    <a:pt x="2757690" y="78841"/>
                  </a:lnTo>
                  <a:lnTo>
                    <a:pt x="2757690" y="926706"/>
                  </a:lnTo>
                  <a:lnTo>
                    <a:pt x="2761805" y="974394"/>
                  </a:lnTo>
                  <a:lnTo>
                    <a:pt x="2773908" y="1015885"/>
                  </a:lnTo>
                  <a:lnTo>
                    <a:pt x="2793619" y="1051140"/>
                  </a:lnTo>
                  <a:lnTo>
                    <a:pt x="2820543" y="1080109"/>
                  </a:lnTo>
                  <a:lnTo>
                    <a:pt x="2854299" y="1102728"/>
                  </a:lnTo>
                  <a:lnTo>
                    <a:pt x="2894495" y="1118946"/>
                  </a:lnTo>
                  <a:lnTo>
                    <a:pt x="2940774" y="1128712"/>
                  </a:lnTo>
                  <a:lnTo>
                    <a:pt x="2992717" y="1131976"/>
                  </a:lnTo>
                  <a:lnTo>
                    <a:pt x="3519284" y="1131976"/>
                  </a:lnTo>
                  <a:lnTo>
                    <a:pt x="3519284" y="886548"/>
                  </a:lnTo>
                  <a:close/>
                </a:path>
                <a:path w="3950970" h="1364614">
                  <a:moveTo>
                    <a:pt x="3950652" y="0"/>
                  </a:moveTo>
                  <a:lnTo>
                    <a:pt x="3679939" y="0"/>
                  </a:lnTo>
                  <a:lnTo>
                    <a:pt x="3679939" y="465594"/>
                  </a:lnTo>
                  <a:lnTo>
                    <a:pt x="3520783" y="465594"/>
                  </a:lnTo>
                  <a:lnTo>
                    <a:pt x="3520783" y="711022"/>
                  </a:lnTo>
                  <a:lnTo>
                    <a:pt x="3679939" y="711022"/>
                  </a:lnTo>
                  <a:lnTo>
                    <a:pt x="3679939" y="1364030"/>
                  </a:lnTo>
                  <a:lnTo>
                    <a:pt x="3950652" y="1364030"/>
                  </a:lnTo>
                  <a:lnTo>
                    <a:pt x="3950652" y="0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653014" y="2802997"/>
              <a:ext cx="1482090" cy="751205"/>
            </a:xfrm>
            <a:custGeom>
              <a:avLst/>
              <a:gdLst/>
              <a:ahLst/>
              <a:cxnLst/>
              <a:rect l="l" t="t" r="r" b="b"/>
              <a:pathLst>
                <a:path w="1482090" h="751204">
                  <a:moveTo>
                    <a:pt x="454444" y="293141"/>
                  </a:moveTo>
                  <a:lnTo>
                    <a:pt x="307009" y="293141"/>
                  </a:lnTo>
                  <a:lnTo>
                    <a:pt x="307009" y="149174"/>
                  </a:lnTo>
                  <a:lnTo>
                    <a:pt x="147434" y="149174"/>
                  </a:lnTo>
                  <a:lnTo>
                    <a:pt x="147434" y="293141"/>
                  </a:lnTo>
                  <a:lnTo>
                    <a:pt x="0" y="293141"/>
                  </a:lnTo>
                  <a:lnTo>
                    <a:pt x="0" y="410210"/>
                  </a:lnTo>
                  <a:lnTo>
                    <a:pt x="2184" y="426008"/>
                  </a:lnTo>
                  <a:lnTo>
                    <a:pt x="8356" y="437095"/>
                  </a:lnTo>
                  <a:lnTo>
                    <a:pt x="17932" y="443623"/>
                  </a:lnTo>
                  <a:lnTo>
                    <a:pt x="30353" y="445770"/>
                  </a:lnTo>
                  <a:lnTo>
                    <a:pt x="147434" y="445770"/>
                  </a:lnTo>
                  <a:lnTo>
                    <a:pt x="147434" y="600138"/>
                  </a:lnTo>
                  <a:lnTo>
                    <a:pt x="307009" y="600138"/>
                  </a:lnTo>
                  <a:lnTo>
                    <a:pt x="307009" y="445770"/>
                  </a:lnTo>
                  <a:lnTo>
                    <a:pt x="454444" y="445770"/>
                  </a:lnTo>
                  <a:lnTo>
                    <a:pt x="454444" y="293141"/>
                  </a:lnTo>
                  <a:close/>
                </a:path>
                <a:path w="1482090" h="751204">
                  <a:moveTo>
                    <a:pt x="1247914" y="751039"/>
                  </a:moveTo>
                  <a:lnTo>
                    <a:pt x="1192530" y="590600"/>
                  </a:lnTo>
                  <a:lnTo>
                    <a:pt x="1142517" y="445770"/>
                  </a:lnTo>
                  <a:lnTo>
                    <a:pt x="1044003" y="160439"/>
                  </a:lnTo>
                  <a:lnTo>
                    <a:pt x="988606" y="0"/>
                  </a:lnTo>
                  <a:lnTo>
                    <a:pt x="970394" y="0"/>
                  </a:lnTo>
                  <a:lnTo>
                    <a:pt x="970394" y="445770"/>
                  </a:lnTo>
                  <a:lnTo>
                    <a:pt x="787412" y="445770"/>
                  </a:lnTo>
                  <a:lnTo>
                    <a:pt x="879348" y="160439"/>
                  </a:lnTo>
                  <a:lnTo>
                    <a:pt x="970394" y="445770"/>
                  </a:lnTo>
                  <a:lnTo>
                    <a:pt x="970394" y="0"/>
                  </a:lnTo>
                  <a:lnTo>
                    <a:pt x="769200" y="0"/>
                  </a:lnTo>
                  <a:lnTo>
                    <a:pt x="509905" y="751039"/>
                  </a:lnTo>
                  <a:lnTo>
                    <a:pt x="689406" y="751039"/>
                  </a:lnTo>
                  <a:lnTo>
                    <a:pt x="740587" y="590600"/>
                  </a:lnTo>
                  <a:lnTo>
                    <a:pt x="1017231" y="590600"/>
                  </a:lnTo>
                  <a:lnTo>
                    <a:pt x="1068400" y="751039"/>
                  </a:lnTo>
                  <a:lnTo>
                    <a:pt x="1247914" y="751039"/>
                  </a:lnTo>
                  <a:close/>
                </a:path>
                <a:path w="1482090" h="751204">
                  <a:moveTo>
                    <a:pt x="1482013" y="0"/>
                  </a:moveTo>
                  <a:lnTo>
                    <a:pt x="1312900" y="0"/>
                  </a:lnTo>
                  <a:lnTo>
                    <a:pt x="1312900" y="751039"/>
                  </a:lnTo>
                  <a:lnTo>
                    <a:pt x="1482013" y="751039"/>
                  </a:lnTo>
                  <a:lnTo>
                    <a:pt x="1482013" y="0"/>
                  </a:lnTo>
                  <a:close/>
                </a:path>
              </a:pathLst>
            </a:custGeom>
            <a:solidFill>
              <a:srgbClr val="FAA7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88633" y="4584312"/>
              <a:ext cx="6763384" cy="3136900"/>
            </a:xfrm>
            <a:custGeom>
              <a:avLst/>
              <a:gdLst/>
              <a:ahLst/>
              <a:cxnLst/>
              <a:rect l="l" t="t" r="r" b="b"/>
              <a:pathLst>
                <a:path w="6763384" h="3136900">
                  <a:moveTo>
                    <a:pt x="630694" y="1820329"/>
                  </a:moveTo>
                  <a:lnTo>
                    <a:pt x="32727" y="1820329"/>
                  </a:lnTo>
                  <a:lnTo>
                    <a:pt x="32727" y="2016671"/>
                  </a:lnTo>
                  <a:lnTo>
                    <a:pt x="382270" y="2016671"/>
                  </a:lnTo>
                  <a:lnTo>
                    <a:pt x="382270" y="2079142"/>
                  </a:lnTo>
                  <a:lnTo>
                    <a:pt x="22313" y="2079142"/>
                  </a:lnTo>
                  <a:lnTo>
                    <a:pt x="22313" y="2263584"/>
                  </a:lnTo>
                  <a:lnTo>
                    <a:pt x="329501" y="2262009"/>
                  </a:lnTo>
                  <a:lnTo>
                    <a:pt x="302653" y="2279053"/>
                  </a:lnTo>
                  <a:lnTo>
                    <a:pt x="264972" y="2295271"/>
                  </a:lnTo>
                  <a:lnTo>
                    <a:pt x="217855" y="2309571"/>
                  </a:lnTo>
                  <a:lnTo>
                    <a:pt x="160540" y="2322207"/>
                  </a:lnTo>
                  <a:lnTo>
                    <a:pt x="92227" y="2333498"/>
                  </a:lnTo>
                  <a:lnTo>
                    <a:pt x="0" y="2346896"/>
                  </a:lnTo>
                  <a:lnTo>
                    <a:pt x="0" y="2558110"/>
                  </a:lnTo>
                  <a:lnTo>
                    <a:pt x="101142" y="2538780"/>
                  </a:lnTo>
                  <a:lnTo>
                    <a:pt x="166878" y="2525217"/>
                  </a:lnTo>
                  <a:lnTo>
                    <a:pt x="227672" y="2510688"/>
                  </a:lnTo>
                  <a:lnTo>
                    <a:pt x="283654" y="2495067"/>
                  </a:lnTo>
                  <a:lnTo>
                    <a:pt x="334949" y="2478201"/>
                  </a:lnTo>
                  <a:lnTo>
                    <a:pt x="381660" y="2459977"/>
                  </a:lnTo>
                  <a:lnTo>
                    <a:pt x="423926" y="2440254"/>
                  </a:lnTo>
                  <a:lnTo>
                    <a:pt x="461873" y="2418905"/>
                  </a:lnTo>
                  <a:lnTo>
                    <a:pt x="495617" y="2395791"/>
                  </a:lnTo>
                  <a:lnTo>
                    <a:pt x="525284" y="2370785"/>
                  </a:lnTo>
                  <a:lnTo>
                    <a:pt x="572884" y="2314549"/>
                  </a:lnTo>
                  <a:lnTo>
                    <a:pt x="600722" y="2260612"/>
                  </a:lnTo>
                  <a:lnTo>
                    <a:pt x="605663" y="2249144"/>
                  </a:lnTo>
                  <a:lnTo>
                    <a:pt x="616800" y="2212683"/>
                  </a:lnTo>
                  <a:lnTo>
                    <a:pt x="624598" y="2173516"/>
                  </a:lnTo>
                  <a:lnTo>
                    <a:pt x="629196" y="2131530"/>
                  </a:lnTo>
                  <a:lnTo>
                    <a:pt x="630694" y="2086584"/>
                  </a:lnTo>
                  <a:lnTo>
                    <a:pt x="630694" y="1820329"/>
                  </a:lnTo>
                  <a:close/>
                </a:path>
                <a:path w="6763384" h="3136900">
                  <a:moveTo>
                    <a:pt x="1170647" y="80327"/>
                  </a:moveTo>
                  <a:lnTo>
                    <a:pt x="135356" y="80327"/>
                  </a:lnTo>
                  <a:lnTo>
                    <a:pt x="135356" y="328726"/>
                  </a:lnTo>
                  <a:lnTo>
                    <a:pt x="901420" y="328726"/>
                  </a:lnTo>
                  <a:lnTo>
                    <a:pt x="899934" y="465582"/>
                  </a:lnTo>
                  <a:lnTo>
                    <a:pt x="123456" y="465582"/>
                  </a:lnTo>
                  <a:lnTo>
                    <a:pt x="123456" y="715479"/>
                  </a:lnTo>
                  <a:lnTo>
                    <a:pt x="883564" y="715479"/>
                  </a:lnTo>
                  <a:lnTo>
                    <a:pt x="878801" y="754888"/>
                  </a:lnTo>
                  <a:lnTo>
                    <a:pt x="873340" y="793191"/>
                  </a:lnTo>
                  <a:lnTo>
                    <a:pt x="867130" y="830414"/>
                  </a:lnTo>
                  <a:lnTo>
                    <a:pt x="867041" y="830935"/>
                  </a:lnTo>
                  <a:lnTo>
                    <a:pt x="859764" y="868680"/>
                  </a:lnTo>
                  <a:lnTo>
                    <a:pt x="1118577" y="916279"/>
                  </a:lnTo>
                  <a:lnTo>
                    <a:pt x="1130160" y="873810"/>
                  </a:lnTo>
                  <a:lnTo>
                    <a:pt x="1140028" y="830935"/>
                  </a:lnTo>
                  <a:lnTo>
                    <a:pt x="1140155" y="830414"/>
                  </a:lnTo>
                  <a:lnTo>
                    <a:pt x="1148613" y="785774"/>
                  </a:lnTo>
                  <a:lnTo>
                    <a:pt x="1155598" y="739508"/>
                  </a:lnTo>
                  <a:lnTo>
                    <a:pt x="1161173" y="691273"/>
                  </a:lnTo>
                  <a:lnTo>
                    <a:pt x="1165415" y="640715"/>
                  </a:lnTo>
                  <a:lnTo>
                    <a:pt x="1168361" y="587476"/>
                  </a:lnTo>
                  <a:lnTo>
                    <a:pt x="1170089" y="531190"/>
                  </a:lnTo>
                  <a:lnTo>
                    <a:pt x="1170647" y="471525"/>
                  </a:lnTo>
                  <a:lnTo>
                    <a:pt x="1170647" y="80327"/>
                  </a:lnTo>
                  <a:close/>
                </a:path>
                <a:path w="6763384" h="3136900">
                  <a:moveTo>
                    <a:pt x="1261376" y="2590838"/>
                  </a:moveTo>
                  <a:lnTo>
                    <a:pt x="990663" y="2590838"/>
                  </a:lnTo>
                  <a:lnTo>
                    <a:pt x="990663" y="2787180"/>
                  </a:lnTo>
                  <a:lnTo>
                    <a:pt x="990663" y="2924035"/>
                  </a:lnTo>
                  <a:lnTo>
                    <a:pt x="534009" y="2924035"/>
                  </a:lnTo>
                  <a:lnTo>
                    <a:pt x="514718" y="2921368"/>
                  </a:lnTo>
                  <a:lnTo>
                    <a:pt x="501281" y="2913811"/>
                  </a:lnTo>
                  <a:lnTo>
                    <a:pt x="493420" y="2902077"/>
                  </a:lnTo>
                  <a:lnTo>
                    <a:pt x="490867" y="2886862"/>
                  </a:lnTo>
                  <a:lnTo>
                    <a:pt x="490867" y="2787180"/>
                  </a:lnTo>
                  <a:lnTo>
                    <a:pt x="990663" y="2787180"/>
                  </a:lnTo>
                  <a:lnTo>
                    <a:pt x="990663" y="2590838"/>
                  </a:lnTo>
                  <a:lnTo>
                    <a:pt x="220141" y="2590838"/>
                  </a:lnTo>
                  <a:lnTo>
                    <a:pt x="220141" y="2956763"/>
                  </a:lnTo>
                  <a:lnTo>
                    <a:pt x="224878" y="3004197"/>
                  </a:lnTo>
                  <a:lnTo>
                    <a:pt x="238721" y="3044482"/>
                  </a:lnTo>
                  <a:lnTo>
                    <a:pt x="261124" y="3077565"/>
                  </a:lnTo>
                  <a:lnTo>
                    <a:pt x="291541" y="3103384"/>
                  </a:lnTo>
                  <a:lnTo>
                    <a:pt x="329425" y="3121888"/>
                  </a:lnTo>
                  <a:lnTo>
                    <a:pt x="374230" y="3133026"/>
                  </a:lnTo>
                  <a:lnTo>
                    <a:pt x="425411" y="3136760"/>
                  </a:lnTo>
                  <a:lnTo>
                    <a:pt x="1261376" y="3136760"/>
                  </a:lnTo>
                  <a:lnTo>
                    <a:pt x="1261376" y="2924035"/>
                  </a:lnTo>
                  <a:lnTo>
                    <a:pt x="1261376" y="2787180"/>
                  </a:lnTo>
                  <a:lnTo>
                    <a:pt x="1261376" y="2590838"/>
                  </a:lnTo>
                  <a:close/>
                </a:path>
                <a:path w="6763384" h="3136900">
                  <a:moveTo>
                    <a:pt x="1261376" y="1775714"/>
                  </a:moveTo>
                  <a:lnTo>
                    <a:pt x="1023391" y="1775714"/>
                  </a:lnTo>
                  <a:lnTo>
                    <a:pt x="1023391" y="2034514"/>
                  </a:lnTo>
                  <a:lnTo>
                    <a:pt x="940092" y="2034514"/>
                  </a:lnTo>
                  <a:lnTo>
                    <a:pt x="940092" y="1775714"/>
                  </a:lnTo>
                  <a:lnTo>
                    <a:pt x="712508" y="1775714"/>
                  </a:lnTo>
                  <a:lnTo>
                    <a:pt x="712508" y="2523909"/>
                  </a:lnTo>
                  <a:lnTo>
                    <a:pt x="940092" y="2523909"/>
                  </a:lnTo>
                  <a:lnTo>
                    <a:pt x="940092" y="2275497"/>
                  </a:lnTo>
                  <a:lnTo>
                    <a:pt x="1023391" y="2275497"/>
                  </a:lnTo>
                  <a:lnTo>
                    <a:pt x="1023391" y="2523909"/>
                  </a:lnTo>
                  <a:lnTo>
                    <a:pt x="1261376" y="2523909"/>
                  </a:lnTo>
                  <a:lnTo>
                    <a:pt x="1261376" y="2275497"/>
                  </a:lnTo>
                  <a:lnTo>
                    <a:pt x="1261376" y="2034514"/>
                  </a:lnTo>
                  <a:lnTo>
                    <a:pt x="1261376" y="1775714"/>
                  </a:lnTo>
                  <a:close/>
                </a:path>
                <a:path w="6763384" h="3136900">
                  <a:moveTo>
                    <a:pt x="1303032" y="1001064"/>
                  </a:moveTo>
                  <a:lnTo>
                    <a:pt x="0" y="1001064"/>
                  </a:lnTo>
                  <a:lnTo>
                    <a:pt x="0" y="1246492"/>
                  </a:lnTo>
                  <a:lnTo>
                    <a:pt x="1303032" y="1246492"/>
                  </a:lnTo>
                  <a:lnTo>
                    <a:pt x="1303032" y="1001064"/>
                  </a:lnTo>
                  <a:close/>
                </a:path>
                <a:path w="6763384" h="3136900">
                  <a:moveTo>
                    <a:pt x="2219274" y="886536"/>
                  </a:moveTo>
                  <a:lnTo>
                    <a:pt x="1734350" y="886536"/>
                  </a:lnTo>
                  <a:lnTo>
                    <a:pt x="1712023" y="883348"/>
                  </a:lnTo>
                  <a:lnTo>
                    <a:pt x="1696237" y="874445"/>
                  </a:lnTo>
                  <a:lnTo>
                    <a:pt x="1686877" y="860806"/>
                  </a:lnTo>
                  <a:lnTo>
                    <a:pt x="1683778" y="843407"/>
                  </a:lnTo>
                  <a:lnTo>
                    <a:pt x="1683778" y="725893"/>
                  </a:lnTo>
                  <a:lnTo>
                    <a:pt x="2192502" y="725893"/>
                  </a:lnTo>
                  <a:lnTo>
                    <a:pt x="2192502" y="78828"/>
                  </a:lnTo>
                  <a:lnTo>
                    <a:pt x="1427924" y="78828"/>
                  </a:lnTo>
                  <a:lnTo>
                    <a:pt x="1427924" y="324269"/>
                  </a:lnTo>
                  <a:lnTo>
                    <a:pt x="1936648" y="324269"/>
                  </a:lnTo>
                  <a:lnTo>
                    <a:pt x="1936648" y="480453"/>
                  </a:lnTo>
                  <a:lnTo>
                    <a:pt x="1427924" y="480453"/>
                  </a:lnTo>
                  <a:lnTo>
                    <a:pt x="1427924" y="920750"/>
                  </a:lnTo>
                  <a:lnTo>
                    <a:pt x="1432179" y="969975"/>
                  </a:lnTo>
                  <a:lnTo>
                    <a:pt x="1444663" y="1012748"/>
                  </a:lnTo>
                  <a:lnTo>
                    <a:pt x="1464957" y="1049032"/>
                  </a:lnTo>
                  <a:lnTo>
                    <a:pt x="1492631" y="1078801"/>
                  </a:lnTo>
                  <a:lnTo>
                    <a:pt x="1527289" y="1102004"/>
                  </a:lnTo>
                  <a:lnTo>
                    <a:pt x="1568500" y="1118628"/>
                  </a:lnTo>
                  <a:lnTo>
                    <a:pt x="1615846" y="1128623"/>
                  </a:lnTo>
                  <a:lnTo>
                    <a:pt x="1668907" y="1131963"/>
                  </a:lnTo>
                  <a:lnTo>
                    <a:pt x="2219274" y="1131963"/>
                  </a:lnTo>
                  <a:lnTo>
                    <a:pt x="2219274" y="886536"/>
                  </a:lnTo>
                  <a:close/>
                </a:path>
                <a:path w="6763384" h="3136900">
                  <a:moveTo>
                    <a:pt x="2571813" y="1856016"/>
                  </a:moveTo>
                  <a:lnTo>
                    <a:pt x="2140432" y="1856016"/>
                  </a:lnTo>
                  <a:lnTo>
                    <a:pt x="2140432" y="2096998"/>
                  </a:lnTo>
                  <a:lnTo>
                    <a:pt x="2140432" y="2393010"/>
                  </a:lnTo>
                  <a:lnTo>
                    <a:pt x="1929218" y="2393010"/>
                  </a:lnTo>
                  <a:lnTo>
                    <a:pt x="1929218" y="2096998"/>
                  </a:lnTo>
                  <a:lnTo>
                    <a:pt x="2140432" y="2096998"/>
                  </a:lnTo>
                  <a:lnTo>
                    <a:pt x="2140432" y="1856016"/>
                  </a:lnTo>
                  <a:lnTo>
                    <a:pt x="1497838" y="1856016"/>
                  </a:lnTo>
                  <a:lnTo>
                    <a:pt x="1497838" y="2096998"/>
                  </a:lnTo>
                  <a:lnTo>
                    <a:pt x="1661464" y="2096998"/>
                  </a:lnTo>
                  <a:lnTo>
                    <a:pt x="1661464" y="2393010"/>
                  </a:lnTo>
                  <a:lnTo>
                    <a:pt x="1503781" y="2393010"/>
                  </a:lnTo>
                  <a:lnTo>
                    <a:pt x="1503781" y="2631008"/>
                  </a:lnTo>
                  <a:lnTo>
                    <a:pt x="2565857" y="2631008"/>
                  </a:lnTo>
                  <a:lnTo>
                    <a:pt x="2565857" y="2393010"/>
                  </a:lnTo>
                  <a:lnTo>
                    <a:pt x="2408174" y="2393010"/>
                  </a:lnTo>
                  <a:lnTo>
                    <a:pt x="2408174" y="2096998"/>
                  </a:lnTo>
                  <a:lnTo>
                    <a:pt x="2571813" y="2096998"/>
                  </a:lnTo>
                  <a:lnTo>
                    <a:pt x="2571813" y="1856016"/>
                  </a:lnTo>
                  <a:close/>
                </a:path>
                <a:path w="6763384" h="3136900">
                  <a:moveTo>
                    <a:pt x="2613456" y="0"/>
                  </a:moveTo>
                  <a:lnTo>
                    <a:pt x="2342731" y="0"/>
                  </a:lnTo>
                  <a:lnTo>
                    <a:pt x="2342731" y="1364018"/>
                  </a:lnTo>
                  <a:lnTo>
                    <a:pt x="2613456" y="1364018"/>
                  </a:lnTo>
                  <a:lnTo>
                    <a:pt x="2613456" y="0"/>
                  </a:lnTo>
                  <a:close/>
                </a:path>
                <a:path w="6763384" h="3136900">
                  <a:moveTo>
                    <a:pt x="2686342" y="2776778"/>
                  </a:moveTo>
                  <a:lnTo>
                    <a:pt x="1383296" y="2776778"/>
                  </a:lnTo>
                  <a:lnTo>
                    <a:pt x="1383296" y="3022206"/>
                  </a:lnTo>
                  <a:lnTo>
                    <a:pt x="2686342" y="3022206"/>
                  </a:lnTo>
                  <a:lnTo>
                    <a:pt x="2686342" y="2776778"/>
                  </a:lnTo>
                  <a:close/>
                </a:path>
                <a:path w="6763384" h="3136900">
                  <a:moveTo>
                    <a:pt x="3726040" y="0"/>
                  </a:moveTo>
                  <a:lnTo>
                    <a:pt x="3505885" y="0"/>
                  </a:lnTo>
                  <a:lnTo>
                    <a:pt x="3505885" y="478967"/>
                  </a:lnTo>
                  <a:lnTo>
                    <a:pt x="3440442" y="478967"/>
                  </a:lnTo>
                  <a:lnTo>
                    <a:pt x="3432264" y="419519"/>
                  </a:lnTo>
                  <a:lnTo>
                    <a:pt x="3420846" y="364147"/>
                  </a:lnTo>
                  <a:lnTo>
                    <a:pt x="3406254" y="312978"/>
                  </a:lnTo>
                  <a:lnTo>
                    <a:pt x="3401530" y="300469"/>
                  </a:lnTo>
                  <a:lnTo>
                    <a:pt x="3388563" y="266128"/>
                  </a:lnTo>
                  <a:lnTo>
                    <a:pt x="3367849" y="223697"/>
                  </a:lnTo>
                  <a:lnTo>
                    <a:pt x="3344202" y="185826"/>
                  </a:lnTo>
                  <a:lnTo>
                    <a:pt x="3317684" y="152615"/>
                  </a:lnTo>
                  <a:lnTo>
                    <a:pt x="3288385" y="124206"/>
                  </a:lnTo>
                  <a:lnTo>
                    <a:pt x="3256369" y="100685"/>
                  </a:lnTo>
                  <a:lnTo>
                    <a:pt x="3221723" y="82181"/>
                  </a:lnTo>
                  <a:lnTo>
                    <a:pt x="3209887" y="77939"/>
                  </a:lnTo>
                  <a:lnTo>
                    <a:pt x="3209887" y="602424"/>
                  </a:lnTo>
                  <a:lnTo>
                    <a:pt x="3207893" y="682218"/>
                  </a:lnTo>
                  <a:lnTo>
                    <a:pt x="3201886" y="749515"/>
                  </a:lnTo>
                  <a:lnTo>
                    <a:pt x="3191497" y="805649"/>
                  </a:lnTo>
                  <a:lnTo>
                    <a:pt x="3176994" y="847902"/>
                  </a:lnTo>
                  <a:lnTo>
                    <a:pt x="3134944" y="895540"/>
                  </a:lnTo>
                  <a:lnTo>
                    <a:pt x="3107245" y="901407"/>
                  </a:lnTo>
                  <a:lnTo>
                    <a:pt x="3078911" y="895388"/>
                  </a:lnTo>
                  <a:lnTo>
                    <a:pt x="3035706" y="846963"/>
                  </a:lnTo>
                  <a:lnTo>
                    <a:pt x="3020720" y="804405"/>
                  </a:lnTo>
                  <a:lnTo>
                    <a:pt x="3010077" y="749515"/>
                  </a:lnTo>
                  <a:lnTo>
                    <a:pt x="3003816" y="683158"/>
                  </a:lnTo>
                  <a:lnTo>
                    <a:pt x="3003727" y="682218"/>
                  </a:lnTo>
                  <a:lnTo>
                    <a:pt x="3001632" y="602424"/>
                  </a:lnTo>
                  <a:lnTo>
                    <a:pt x="3003804" y="523405"/>
                  </a:lnTo>
                  <a:lnTo>
                    <a:pt x="3010306" y="456044"/>
                  </a:lnTo>
                  <a:lnTo>
                    <a:pt x="3021063" y="400519"/>
                  </a:lnTo>
                  <a:lnTo>
                    <a:pt x="3036049" y="357022"/>
                  </a:lnTo>
                  <a:lnTo>
                    <a:pt x="3078442" y="306806"/>
                  </a:lnTo>
                  <a:lnTo>
                    <a:pt x="3105747" y="300469"/>
                  </a:lnTo>
                  <a:lnTo>
                    <a:pt x="3133064" y="306806"/>
                  </a:lnTo>
                  <a:lnTo>
                    <a:pt x="3175457" y="357022"/>
                  </a:lnTo>
                  <a:lnTo>
                    <a:pt x="3190443" y="400519"/>
                  </a:lnTo>
                  <a:lnTo>
                    <a:pt x="3201212" y="456044"/>
                  </a:lnTo>
                  <a:lnTo>
                    <a:pt x="3207702" y="523405"/>
                  </a:lnTo>
                  <a:lnTo>
                    <a:pt x="3209836" y="600938"/>
                  </a:lnTo>
                  <a:lnTo>
                    <a:pt x="3209887" y="602424"/>
                  </a:lnTo>
                  <a:lnTo>
                    <a:pt x="3209887" y="77939"/>
                  </a:lnTo>
                  <a:lnTo>
                    <a:pt x="3184525" y="68834"/>
                  </a:lnTo>
                  <a:lnTo>
                    <a:pt x="3144850" y="60731"/>
                  </a:lnTo>
                  <a:lnTo>
                    <a:pt x="3102775" y="58000"/>
                  </a:lnTo>
                  <a:lnTo>
                    <a:pt x="3063621" y="60363"/>
                  </a:lnTo>
                  <a:lnTo>
                    <a:pt x="2991523" y="78917"/>
                  </a:lnTo>
                  <a:lnTo>
                    <a:pt x="2928175" y="115316"/>
                  </a:lnTo>
                  <a:lnTo>
                    <a:pt x="2874073" y="168808"/>
                  </a:lnTo>
                  <a:lnTo>
                    <a:pt x="2850654" y="201726"/>
                  </a:lnTo>
                  <a:lnTo>
                    <a:pt x="2829750" y="238645"/>
                  </a:lnTo>
                  <a:lnTo>
                    <a:pt x="2811411" y="279450"/>
                  </a:lnTo>
                  <a:lnTo>
                    <a:pt x="2795727" y="324065"/>
                  </a:lnTo>
                  <a:lnTo>
                    <a:pt x="2782735" y="372402"/>
                  </a:lnTo>
                  <a:lnTo>
                    <a:pt x="2772524" y="424345"/>
                  </a:lnTo>
                  <a:lnTo>
                    <a:pt x="2765260" y="478967"/>
                  </a:lnTo>
                  <a:lnTo>
                    <a:pt x="2760675" y="538708"/>
                  </a:lnTo>
                  <a:lnTo>
                    <a:pt x="2759176" y="600938"/>
                  </a:lnTo>
                  <a:lnTo>
                    <a:pt x="2760675" y="663168"/>
                  </a:lnTo>
                  <a:lnTo>
                    <a:pt x="2765158" y="722071"/>
                  </a:lnTo>
                  <a:lnTo>
                    <a:pt x="2772524" y="777532"/>
                  </a:lnTo>
                  <a:lnTo>
                    <a:pt x="2782735" y="829475"/>
                  </a:lnTo>
                  <a:lnTo>
                    <a:pt x="2795727" y="877811"/>
                  </a:lnTo>
                  <a:lnTo>
                    <a:pt x="2811411" y="922426"/>
                  </a:lnTo>
                  <a:lnTo>
                    <a:pt x="2829750" y="963231"/>
                  </a:lnTo>
                  <a:lnTo>
                    <a:pt x="2850654" y="1000150"/>
                  </a:lnTo>
                  <a:lnTo>
                    <a:pt x="2874073" y="1033068"/>
                  </a:lnTo>
                  <a:lnTo>
                    <a:pt x="2899930" y="1061897"/>
                  </a:lnTo>
                  <a:lnTo>
                    <a:pt x="2958719" y="1106944"/>
                  </a:lnTo>
                  <a:lnTo>
                    <a:pt x="3026511" y="1134516"/>
                  </a:lnTo>
                  <a:lnTo>
                    <a:pt x="3102775" y="1143876"/>
                  </a:lnTo>
                  <a:lnTo>
                    <a:pt x="3144850" y="1141145"/>
                  </a:lnTo>
                  <a:lnTo>
                    <a:pt x="3184525" y="1133055"/>
                  </a:lnTo>
                  <a:lnTo>
                    <a:pt x="3221723" y="1119708"/>
                  </a:lnTo>
                  <a:lnTo>
                    <a:pt x="3256369" y="1101242"/>
                  </a:lnTo>
                  <a:lnTo>
                    <a:pt x="3288385" y="1077760"/>
                  </a:lnTo>
                  <a:lnTo>
                    <a:pt x="3317684" y="1049401"/>
                  </a:lnTo>
                  <a:lnTo>
                    <a:pt x="3344202" y="1016279"/>
                  </a:lnTo>
                  <a:lnTo>
                    <a:pt x="3367849" y="978522"/>
                  </a:lnTo>
                  <a:lnTo>
                    <a:pt x="3388563" y="936244"/>
                  </a:lnTo>
                  <a:lnTo>
                    <a:pt x="3401758" y="901407"/>
                  </a:lnTo>
                  <a:lnTo>
                    <a:pt x="3406254" y="889571"/>
                  </a:lnTo>
                  <a:lnTo>
                    <a:pt x="3420846" y="838631"/>
                  </a:lnTo>
                  <a:lnTo>
                    <a:pt x="3432264" y="783526"/>
                  </a:lnTo>
                  <a:lnTo>
                    <a:pt x="3440442" y="724395"/>
                  </a:lnTo>
                  <a:lnTo>
                    <a:pt x="3505885" y="724395"/>
                  </a:lnTo>
                  <a:lnTo>
                    <a:pt x="3505885" y="1364018"/>
                  </a:lnTo>
                  <a:lnTo>
                    <a:pt x="3726040" y="1364018"/>
                  </a:lnTo>
                  <a:lnTo>
                    <a:pt x="3726040" y="724395"/>
                  </a:lnTo>
                  <a:lnTo>
                    <a:pt x="3726040" y="478967"/>
                  </a:lnTo>
                  <a:lnTo>
                    <a:pt x="3726040" y="0"/>
                  </a:lnTo>
                  <a:close/>
                </a:path>
                <a:path w="6763384" h="3136900">
                  <a:moveTo>
                    <a:pt x="4028008" y="0"/>
                  </a:moveTo>
                  <a:lnTo>
                    <a:pt x="3797439" y="0"/>
                  </a:lnTo>
                  <a:lnTo>
                    <a:pt x="3797439" y="1364018"/>
                  </a:lnTo>
                  <a:lnTo>
                    <a:pt x="4028008" y="1364018"/>
                  </a:lnTo>
                  <a:lnTo>
                    <a:pt x="4028008" y="0"/>
                  </a:lnTo>
                  <a:close/>
                </a:path>
                <a:path w="6763384" h="3136900">
                  <a:moveTo>
                    <a:pt x="5015623" y="603910"/>
                  </a:moveTo>
                  <a:lnTo>
                    <a:pt x="5013922" y="547077"/>
                  </a:lnTo>
                  <a:lnTo>
                    <a:pt x="5008867" y="492696"/>
                  </a:lnTo>
                  <a:lnTo>
                    <a:pt x="5000561" y="440880"/>
                  </a:lnTo>
                  <a:lnTo>
                    <a:pt x="4989068" y="391769"/>
                  </a:lnTo>
                  <a:lnTo>
                    <a:pt x="4974475" y="345490"/>
                  </a:lnTo>
                  <a:lnTo>
                    <a:pt x="4956861" y="302171"/>
                  </a:lnTo>
                  <a:lnTo>
                    <a:pt x="4936312" y="261950"/>
                  </a:lnTo>
                  <a:lnTo>
                    <a:pt x="4912906" y="224942"/>
                  </a:lnTo>
                  <a:lnTo>
                    <a:pt x="4886718" y="191274"/>
                  </a:lnTo>
                  <a:lnTo>
                    <a:pt x="4857851" y="161099"/>
                  </a:lnTo>
                  <a:lnTo>
                    <a:pt x="4826368" y="134518"/>
                  </a:lnTo>
                  <a:lnTo>
                    <a:pt x="4792357" y="111671"/>
                  </a:lnTo>
                  <a:lnTo>
                    <a:pt x="4755896" y="92697"/>
                  </a:lnTo>
                  <a:lnTo>
                    <a:pt x="4750854" y="90754"/>
                  </a:lnTo>
                  <a:lnTo>
                    <a:pt x="4750854" y="603910"/>
                  </a:lnTo>
                  <a:lnTo>
                    <a:pt x="4748212" y="664578"/>
                  </a:lnTo>
                  <a:lnTo>
                    <a:pt x="4740351" y="719912"/>
                  </a:lnTo>
                  <a:lnTo>
                    <a:pt x="4727321" y="769086"/>
                  </a:lnTo>
                  <a:lnTo>
                    <a:pt x="4709198" y="811237"/>
                  </a:lnTo>
                  <a:lnTo>
                    <a:pt x="4686058" y="845502"/>
                  </a:lnTo>
                  <a:lnTo>
                    <a:pt x="4625010" y="886980"/>
                  </a:lnTo>
                  <a:lnTo>
                    <a:pt x="4587227" y="892492"/>
                  </a:lnTo>
                  <a:lnTo>
                    <a:pt x="4549876" y="886980"/>
                  </a:lnTo>
                  <a:lnTo>
                    <a:pt x="4489043" y="845502"/>
                  </a:lnTo>
                  <a:lnTo>
                    <a:pt x="4465815" y="811237"/>
                  </a:lnTo>
                  <a:lnTo>
                    <a:pt x="4447527" y="769086"/>
                  </a:lnTo>
                  <a:lnTo>
                    <a:pt x="4434319" y="719912"/>
                  </a:lnTo>
                  <a:lnTo>
                    <a:pt x="4426305" y="664578"/>
                  </a:lnTo>
                  <a:lnTo>
                    <a:pt x="4423600" y="603910"/>
                  </a:lnTo>
                  <a:lnTo>
                    <a:pt x="4426305" y="543255"/>
                  </a:lnTo>
                  <a:lnTo>
                    <a:pt x="4434319" y="487921"/>
                  </a:lnTo>
                  <a:lnTo>
                    <a:pt x="4447527" y="438746"/>
                  </a:lnTo>
                  <a:lnTo>
                    <a:pt x="4465815" y="396595"/>
                  </a:lnTo>
                  <a:lnTo>
                    <a:pt x="4489043" y="362331"/>
                  </a:lnTo>
                  <a:lnTo>
                    <a:pt x="4549876" y="320852"/>
                  </a:lnTo>
                  <a:lnTo>
                    <a:pt x="4587227" y="315341"/>
                  </a:lnTo>
                  <a:lnTo>
                    <a:pt x="4625010" y="320852"/>
                  </a:lnTo>
                  <a:lnTo>
                    <a:pt x="4686058" y="362331"/>
                  </a:lnTo>
                  <a:lnTo>
                    <a:pt x="4709198" y="396595"/>
                  </a:lnTo>
                  <a:lnTo>
                    <a:pt x="4727321" y="438746"/>
                  </a:lnTo>
                  <a:lnTo>
                    <a:pt x="4740351" y="487921"/>
                  </a:lnTo>
                  <a:lnTo>
                    <a:pt x="4748212" y="543255"/>
                  </a:lnTo>
                  <a:lnTo>
                    <a:pt x="4750854" y="603910"/>
                  </a:lnTo>
                  <a:lnTo>
                    <a:pt x="4750854" y="90754"/>
                  </a:lnTo>
                  <a:lnTo>
                    <a:pt x="4717072" y="77711"/>
                  </a:lnTo>
                  <a:lnTo>
                    <a:pt x="4675962" y="66852"/>
                  </a:lnTo>
                  <a:lnTo>
                    <a:pt x="4632655" y="60236"/>
                  </a:lnTo>
                  <a:lnTo>
                    <a:pt x="4587227" y="58000"/>
                  </a:lnTo>
                  <a:lnTo>
                    <a:pt x="4541799" y="60236"/>
                  </a:lnTo>
                  <a:lnTo>
                    <a:pt x="4498479" y="66852"/>
                  </a:lnTo>
                  <a:lnTo>
                    <a:pt x="4457382" y="77711"/>
                  </a:lnTo>
                  <a:lnTo>
                    <a:pt x="4418558" y="92697"/>
                  </a:lnTo>
                  <a:lnTo>
                    <a:pt x="4382097" y="111671"/>
                  </a:lnTo>
                  <a:lnTo>
                    <a:pt x="4348086" y="134518"/>
                  </a:lnTo>
                  <a:lnTo>
                    <a:pt x="4316603" y="161099"/>
                  </a:lnTo>
                  <a:lnTo>
                    <a:pt x="4287723" y="191274"/>
                  </a:lnTo>
                  <a:lnTo>
                    <a:pt x="4261548" y="224942"/>
                  </a:lnTo>
                  <a:lnTo>
                    <a:pt x="4238142" y="261950"/>
                  </a:lnTo>
                  <a:lnTo>
                    <a:pt x="4217594" y="302171"/>
                  </a:lnTo>
                  <a:lnTo>
                    <a:pt x="4199979" y="345490"/>
                  </a:lnTo>
                  <a:lnTo>
                    <a:pt x="4185374" y="391769"/>
                  </a:lnTo>
                  <a:lnTo>
                    <a:pt x="4173880" y="440880"/>
                  </a:lnTo>
                  <a:lnTo>
                    <a:pt x="4165574" y="492696"/>
                  </a:lnTo>
                  <a:lnTo>
                    <a:pt x="4160532" y="547077"/>
                  </a:lnTo>
                  <a:lnTo>
                    <a:pt x="4158831" y="603910"/>
                  </a:lnTo>
                  <a:lnTo>
                    <a:pt x="4160532" y="660742"/>
                  </a:lnTo>
                  <a:lnTo>
                    <a:pt x="4165574" y="715137"/>
                  </a:lnTo>
                  <a:lnTo>
                    <a:pt x="4173880" y="766940"/>
                  </a:lnTo>
                  <a:lnTo>
                    <a:pt x="4185374" y="816051"/>
                  </a:lnTo>
                  <a:lnTo>
                    <a:pt x="4199979" y="862330"/>
                  </a:lnTo>
                  <a:lnTo>
                    <a:pt x="4217594" y="905649"/>
                  </a:lnTo>
                  <a:lnTo>
                    <a:pt x="4238142" y="945883"/>
                  </a:lnTo>
                  <a:lnTo>
                    <a:pt x="4261548" y="982891"/>
                  </a:lnTo>
                  <a:lnTo>
                    <a:pt x="4287723" y="1016546"/>
                  </a:lnTo>
                  <a:lnTo>
                    <a:pt x="4316603" y="1046734"/>
                  </a:lnTo>
                  <a:lnTo>
                    <a:pt x="4348086" y="1073302"/>
                  </a:lnTo>
                  <a:lnTo>
                    <a:pt x="4382097" y="1096149"/>
                  </a:lnTo>
                  <a:lnTo>
                    <a:pt x="4418558" y="1115123"/>
                  </a:lnTo>
                  <a:lnTo>
                    <a:pt x="4457382" y="1130109"/>
                  </a:lnTo>
                  <a:lnTo>
                    <a:pt x="4498479" y="1140980"/>
                  </a:lnTo>
                  <a:lnTo>
                    <a:pt x="4541799" y="1147584"/>
                  </a:lnTo>
                  <a:lnTo>
                    <a:pt x="4587227" y="1149819"/>
                  </a:lnTo>
                  <a:lnTo>
                    <a:pt x="4632655" y="1147584"/>
                  </a:lnTo>
                  <a:lnTo>
                    <a:pt x="4675962" y="1140980"/>
                  </a:lnTo>
                  <a:lnTo>
                    <a:pt x="4717072" y="1130109"/>
                  </a:lnTo>
                  <a:lnTo>
                    <a:pt x="4755896" y="1115123"/>
                  </a:lnTo>
                  <a:lnTo>
                    <a:pt x="4792357" y="1096149"/>
                  </a:lnTo>
                  <a:lnTo>
                    <a:pt x="4826368" y="1073302"/>
                  </a:lnTo>
                  <a:lnTo>
                    <a:pt x="4857851" y="1046734"/>
                  </a:lnTo>
                  <a:lnTo>
                    <a:pt x="4886718" y="1016546"/>
                  </a:lnTo>
                  <a:lnTo>
                    <a:pt x="4912906" y="982891"/>
                  </a:lnTo>
                  <a:lnTo>
                    <a:pt x="4936312" y="945883"/>
                  </a:lnTo>
                  <a:lnTo>
                    <a:pt x="4956861" y="905649"/>
                  </a:lnTo>
                  <a:lnTo>
                    <a:pt x="4962207" y="892492"/>
                  </a:lnTo>
                  <a:lnTo>
                    <a:pt x="4974475" y="862330"/>
                  </a:lnTo>
                  <a:lnTo>
                    <a:pt x="4989068" y="816051"/>
                  </a:lnTo>
                  <a:lnTo>
                    <a:pt x="5000561" y="766940"/>
                  </a:lnTo>
                  <a:lnTo>
                    <a:pt x="5008867" y="715137"/>
                  </a:lnTo>
                  <a:lnTo>
                    <a:pt x="5013922" y="660742"/>
                  </a:lnTo>
                  <a:lnTo>
                    <a:pt x="5015623" y="603910"/>
                  </a:lnTo>
                  <a:close/>
                </a:path>
                <a:path w="6763384" h="3136900">
                  <a:moveTo>
                    <a:pt x="5380063" y="0"/>
                  </a:moveTo>
                  <a:lnTo>
                    <a:pt x="5109337" y="0"/>
                  </a:lnTo>
                  <a:lnTo>
                    <a:pt x="5109337" y="1364018"/>
                  </a:lnTo>
                  <a:lnTo>
                    <a:pt x="5380063" y="1364018"/>
                  </a:lnTo>
                  <a:lnTo>
                    <a:pt x="5380063" y="0"/>
                  </a:lnTo>
                  <a:close/>
                </a:path>
                <a:path w="6763384" h="3136900">
                  <a:moveTo>
                    <a:pt x="6331991" y="886536"/>
                  </a:moveTo>
                  <a:lnTo>
                    <a:pt x="5890222" y="886536"/>
                  </a:lnTo>
                  <a:lnTo>
                    <a:pt x="5868746" y="883373"/>
                  </a:lnTo>
                  <a:lnTo>
                    <a:pt x="5853404" y="874636"/>
                  </a:lnTo>
                  <a:lnTo>
                    <a:pt x="5844197" y="861441"/>
                  </a:lnTo>
                  <a:lnTo>
                    <a:pt x="5841136" y="844892"/>
                  </a:lnTo>
                  <a:lnTo>
                    <a:pt x="5841136" y="725893"/>
                  </a:lnTo>
                  <a:lnTo>
                    <a:pt x="6273990" y="725893"/>
                  </a:lnTo>
                  <a:lnTo>
                    <a:pt x="6273990" y="480453"/>
                  </a:lnTo>
                  <a:lnTo>
                    <a:pt x="5841136" y="480453"/>
                  </a:lnTo>
                  <a:lnTo>
                    <a:pt x="5841136" y="324269"/>
                  </a:lnTo>
                  <a:lnTo>
                    <a:pt x="6318618" y="324269"/>
                  </a:lnTo>
                  <a:lnTo>
                    <a:pt x="6318618" y="78828"/>
                  </a:lnTo>
                  <a:lnTo>
                    <a:pt x="5570410" y="78828"/>
                  </a:lnTo>
                  <a:lnTo>
                    <a:pt x="5570410" y="926706"/>
                  </a:lnTo>
                  <a:lnTo>
                    <a:pt x="5574525" y="974382"/>
                  </a:lnTo>
                  <a:lnTo>
                    <a:pt x="5586628" y="1015873"/>
                  </a:lnTo>
                  <a:lnTo>
                    <a:pt x="5606326" y="1051128"/>
                  </a:lnTo>
                  <a:lnTo>
                    <a:pt x="5633250" y="1080096"/>
                  </a:lnTo>
                  <a:lnTo>
                    <a:pt x="5667006" y="1102715"/>
                  </a:lnTo>
                  <a:lnTo>
                    <a:pt x="5707202" y="1118933"/>
                  </a:lnTo>
                  <a:lnTo>
                    <a:pt x="5753468" y="1128699"/>
                  </a:lnTo>
                  <a:lnTo>
                    <a:pt x="5805424" y="1131976"/>
                  </a:lnTo>
                  <a:lnTo>
                    <a:pt x="6331991" y="1131976"/>
                  </a:lnTo>
                  <a:lnTo>
                    <a:pt x="6331991" y="886536"/>
                  </a:lnTo>
                  <a:close/>
                </a:path>
                <a:path w="6763384" h="3136900">
                  <a:moveTo>
                    <a:pt x="6763359" y="0"/>
                  </a:moveTo>
                  <a:lnTo>
                    <a:pt x="6492646" y="0"/>
                  </a:lnTo>
                  <a:lnTo>
                    <a:pt x="6492646" y="465582"/>
                  </a:lnTo>
                  <a:lnTo>
                    <a:pt x="6333490" y="465582"/>
                  </a:lnTo>
                  <a:lnTo>
                    <a:pt x="6333490" y="711009"/>
                  </a:lnTo>
                  <a:lnTo>
                    <a:pt x="6492646" y="711009"/>
                  </a:lnTo>
                  <a:lnTo>
                    <a:pt x="6492646" y="1364018"/>
                  </a:lnTo>
                  <a:lnTo>
                    <a:pt x="6763359" y="1364018"/>
                  </a:lnTo>
                  <a:lnTo>
                    <a:pt x="6763359" y="0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27266" y="1685689"/>
              <a:ext cx="3338829" cy="473075"/>
            </a:xfrm>
            <a:custGeom>
              <a:avLst/>
              <a:gdLst/>
              <a:ahLst/>
              <a:cxnLst/>
              <a:rect l="l" t="t" r="r" b="b"/>
              <a:pathLst>
                <a:path w="3338829" h="473075">
                  <a:moveTo>
                    <a:pt x="379641" y="359854"/>
                  </a:moveTo>
                  <a:lnTo>
                    <a:pt x="121767" y="359854"/>
                  </a:lnTo>
                  <a:lnTo>
                    <a:pt x="121767" y="320243"/>
                  </a:lnTo>
                  <a:lnTo>
                    <a:pt x="124256" y="306070"/>
                  </a:lnTo>
                  <a:lnTo>
                    <a:pt x="131292" y="295135"/>
                  </a:lnTo>
                  <a:lnTo>
                    <a:pt x="142227" y="288086"/>
                  </a:lnTo>
                  <a:lnTo>
                    <a:pt x="156413" y="285597"/>
                  </a:lnTo>
                  <a:lnTo>
                    <a:pt x="245516" y="285597"/>
                  </a:lnTo>
                  <a:lnTo>
                    <a:pt x="287096" y="279120"/>
                  </a:lnTo>
                  <a:lnTo>
                    <a:pt x="323113" y="260565"/>
                  </a:lnTo>
                  <a:lnTo>
                    <a:pt x="351459" y="231292"/>
                  </a:lnTo>
                  <a:lnTo>
                    <a:pt x="370027" y="192659"/>
                  </a:lnTo>
                  <a:lnTo>
                    <a:pt x="376682" y="146024"/>
                  </a:lnTo>
                  <a:lnTo>
                    <a:pt x="370027" y="100558"/>
                  </a:lnTo>
                  <a:lnTo>
                    <a:pt x="351459" y="63004"/>
                  </a:lnTo>
                  <a:lnTo>
                    <a:pt x="323113" y="34607"/>
                  </a:lnTo>
                  <a:lnTo>
                    <a:pt x="287096" y="16662"/>
                  </a:lnTo>
                  <a:lnTo>
                    <a:pt x="245516" y="10388"/>
                  </a:lnTo>
                  <a:lnTo>
                    <a:pt x="9893" y="10388"/>
                  </a:lnTo>
                  <a:lnTo>
                    <a:pt x="9893" y="112356"/>
                  </a:lnTo>
                  <a:lnTo>
                    <a:pt x="210362" y="112356"/>
                  </a:lnTo>
                  <a:lnTo>
                    <a:pt x="228600" y="115201"/>
                  </a:lnTo>
                  <a:lnTo>
                    <a:pt x="242658" y="123190"/>
                  </a:lnTo>
                  <a:lnTo>
                    <a:pt x="251714" y="135547"/>
                  </a:lnTo>
                  <a:lnTo>
                    <a:pt x="254914" y="151472"/>
                  </a:lnTo>
                  <a:lnTo>
                    <a:pt x="251714" y="165938"/>
                  </a:lnTo>
                  <a:lnTo>
                    <a:pt x="242658" y="177025"/>
                  </a:lnTo>
                  <a:lnTo>
                    <a:pt x="228600" y="184111"/>
                  </a:lnTo>
                  <a:lnTo>
                    <a:pt x="210362" y="186613"/>
                  </a:lnTo>
                  <a:lnTo>
                    <a:pt x="125717" y="186613"/>
                  </a:lnTo>
                  <a:lnTo>
                    <a:pt x="74129" y="195605"/>
                  </a:lnTo>
                  <a:lnTo>
                    <a:pt x="34455" y="221068"/>
                  </a:lnTo>
                  <a:lnTo>
                    <a:pt x="8991" y="260743"/>
                  </a:lnTo>
                  <a:lnTo>
                    <a:pt x="0" y="312331"/>
                  </a:lnTo>
                  <a:lnTo>
                    <a:pt x="0" y="461810"/>
                  </a:lnTo>
                  <a:lnTo>
                    <a:pt x="379641" y="461810"/>
                  </a:lnTo>
                  <a:lnTo>
                    <a:pt x="379641" y="359854"/>
                  </a:lnTo>
                  <a:close/>
                </a:path>
                <a:path w="3338829" h="473075">
                  <a:moveTo>
                    <a:pt x="851903" y="180670"/>
                  </a:moveTo>
                  <a:lnTo>
                    <a:pt x="846899" y="136525"/>
                  </a:lnTo>
                  <a:lnTo>
                    <a:pt x="832383" y="97447"/>
                  </a:lnTo>
                  <a:lnTo>
                    <a:pt x="809040" y="64046"/>
                  </a:lnTo>
                  <a:lnTo>
                    <a:pt x="777621" y="36982"/>
                  </a:lnTo>
                  <a:lnTo>
                    <a:pt x="738835" y="16852"/>
                  </a:lnTo>
                  <a:lnTo>
                    <a:pt x="730135" y="14452"/>
                  </a:lnTo>
                  <a:lnTo>
                    <a:pt x="730135" y="189077"/>
                  </a:lnTo>
                  <a:lnTo>
                    <a:pt x="730135" y="283629"/>
                  </a:lnTo>
                  <a:lnTo>
                    <a:pt x="723823" y="319087"/>
                  </a:lnTo>
                  <a:lnTo>
                    <a:pt x="705954" y="346417"/>
                  </a:lnTo>
                  <a:lnTo>
                    <a:pt x="678141" y="364020"/>
                  </a:lnTo>
                  <a:lnTo>
                    <a:pt x="642035" y="370243"/>
                  </a:lnTo>
                  <a:lnTo>
                    <a:pt x="605929" y="364020"/>
                  </a:lnTo>
                  <a:lnTo>
                    <a:pt x="578116" y="346417"/>
                  </a:lnTo>
                  <a:lnTo>
                    <a:pt x="560247" y="319087"/>
                  </a:lnTo>
                  <a:lnTo>
                    <a:pt x="553923" y="283629"/>
                  </a:lnTo>
                  <a:lnTo>
                    <a:pt x="553923" y="189077"/>
                  </a:lnTo>
                  <a:lnTo>
                    <a:pt x="560247" y="153619"/>
                  </a:lnTo>
                  <a:lnTo>
                    <a:pt x="578116" y="126288"/>
                  </a:lnTo>
                  <a:lnTo>
                    <a:pt x="605929" y="108686"/>
                  </a:lnTo>
                  <a:lnTo>
                    <a:pt x="642035" y="102463"/>
                  </a:lnTo>
                  <a:lnTo>
                    <a:pt x="678141" y="108686"/>
                  </a:lnTo>
                  <a:lnTo>
                    <a:pt x="705954" y="126288"/>
                  </a:lnTo>
                  <a:lnTo>
                    <a:pt x="723823" y="153619"/>
                  </a:lnTo>
                  <a:lnTo>
                    <a:pt x="730135" y="189077"/>
                  </a:lnTo>
                  <a:lnTo>
                    <a:pt x="730135" y="14452"/>
                  </a:lnTo>
                  <a:lnTo>
                    <a:pt x="693407" y="4318"/>
                  </a:lnTo>
                  <a:lnTo>
                    <a:pt x="642035" y="0"/>
                  </a:lnTo>
                  <a:lnTo>
                    <a:pt x="590664" y="4318"/>
                  </a:lnTo>
                  <a:lnTo>
                    <a:pt x="545236" y="16852"/>
                  </a:lnTo>
                  <a:lnTo>
                    <a:pt x="506437" y="36982"/>
                  </a:lnTo>
                  <a:lnTo>
                    <a:pt x="475018" y="64046"/>
                  </a:lnTo>
                  <a:lnTo>
                    <a:pt x="451688" y="97447"/>
                  </a:lnTo>
                  <a:lnTo>
                    <a:pt x="437159" y="136525"/>
                  </a:lnTo>
                  <a:lnTo>
                    <a:pt x="432155" y="180670"/>
                  </a:lnTo>
                  <a:lnTo>
                    <a:pt x="432155" y="292049"/>
                  </a:lnTo>
                  <a:lnTo>
                    <a:pt x="437159" y="336181"/>
                  </a:lnTo>
                  <a:lnTo>
                    <a:pt x="451688" y="375259"/>
                  </a:lnTo>
                  <a:lnTo>
                    <a:pt x="475018" y="408660"/>
                  </a:lnTo>
                  <a:lnTo>
                    <a:pt x="506437" y="435737"/>
                  </a:lnTo>
                  <a:lnTo>
                    <a:pt x="545236" y="455853"/>
                  </a:lnTo>
                  <a:lnTo>
                    <a:pt x="590664" y="468388"/>
                  </a:lnTo>
                  <a:lnTo>
                    <a:pt x="642035" y="472706"/>
                  </a:lnTo>
                  <a:lnTo>
                    <a:pt x="693407" y="468388"/>
                  </a:lnTo>
                  <a:lnTo>
                    <a:pt x="738835" y="455853"/>
                  </a:lnTo>
                  <a:lnTo>
                    <a:pt x="777621" y="435737"/>
                  </a:lnTo>
                  <a:lnTo>
                    <a:pt x="809040" y="408660"/>
                  </a:lnTo>
                  <a:lnTo>
                    <a:pt x="832383" y="375259"/>
                  </a:lnTo>
                  <a:lnTo>
                    <a:pt x="846899" y="336181"/>
                  </a:lnTo>
                  <a:lnTo>
                    <a:pt x="851903" y="292049"/>
                  </a:lnTo>
                  <a:lnTo>
                    <a:pt x="851903" y="180670"/>
                  </a:lnTo>
                  <a:close/>
                </a:path>
                <a:path w="3338829" h="473075">
                  <a:moveTo>
                    <a:pt x="1293977" y="359854"/>
                  </a:moveTo>
                  <a:lnTo>
                    <a:pt x="1036091" y="359854"/>
                  </a:lnTo>
                  <a:lnTo>
                    <a:pt x="1036091" y="320243"/>
                  </a:lnTo>
                  <a:lnTo>
                    <a:pt x="1038593" y="306070"/>
                  </a:lnTo>
                  <a:lnTo>
                    <a:pt x="1045629" y="295135"/>
                  </a:lnTo>
                  <a:lnTo>
                    <a:pt x="1056563" y="288086"/>
                  </a:lnTo>
                  <a:lnTo>
                    <a:pt x="1070749" y="285597"/>
                  </a:lnTo>
                  <a:lnTo>
                    <a:pt x="1159840" y="285597"/>
                  </a:lnTo>
                  <a:lnTo>
                    <a:pt x="1201420" y="279120"/>
                  </a:lnTo>
                  <a:lnTo>
                    <a:pt x="1237449" y="260565"/>
                  </a:lnTo>
                  <a:lnTo>
                    <a:pt x="1265796" y="231292"/>
                  </a:lnTo>
                  <a:lnTo>
                    <a:pt x="1284351" y="192659"/>
                  </a:lnTo>
                  <a:lnTo>
                    <a:pt x="1291005" y="146024"/>
                  </a:lnTo>
                  <a:lnTo>
                    <a:pt x="1284351" y="100558"/>
                  </a:lnTo>
                  <a:lnTo>
                    <a:pt x="1265796" y="63004"/>
                  </a:lnTo>
                  <a:lnTo>
                    <a:pt x="1237449" y="34607"/>
                  </a:lnTo>
                  <a:lnTo>
                    <a:pt x="1201420" y="16662"/>
                  </a:lnTo>
                  <a:lnTo>
                    <a:pt x="1159840" y="10388"/>
                  </a:lnTo>
                  <a:lnTo>
                    <a:pt x="924229" y="10388"/>
                  </a:lnTo>
                  <a:lnTo>
                    <a:pt x="924229" y="112356"/>
                  </a:lnTo>
                  <a:lnTo>
                    <a:pt x="1124686" y="112356"/>
                  </a:lnTo>
                  <a:lnTo>
                    <a:pt x="1142923" y="115201"/>
                  </a:lnTo>
                  <a:lnTo>
                    <a:pt x="1156995" y="123190"/>
                  </a:lnTo>
                  <a:lnTo>
                    <a:pt x="1166037" y="135547"/>
                  </a:lnTo>
                  <a:lnTo>
                    <a:pt x="1169250" y="151472"/>
                  </a:lnTo>
                  <a:lnTo>
                    <a:pt x="1166037" y="165938"/>
                  </a:lnTo>
                  <a:lnTo>
                    <a:pt x="1156995" y="177025"/>
                  </a:lnTo>
                  <a:lnTo>
                    <a:pt x="1142923" y="184111"/>
                  </a:lnTo>
                  <a:lnTo>
                    <a:pt x="1124686" y="186613"/>
                  </a:lnTo>
                  <a:lnTo>
                    <a:pt x="1040053" y="186613"/>
                  </a:lnTo>
                  <a:lnTo>
                    <a:pt x="988453" y="195605"/>
                  </a:lnTo>
                  <a:lnTo>
                    <a:pt x="948791" y="221068"/>
                  </a:lnTo>
                  <a:lnTo>
                    <a:pt x="923328" y="260743"/>
                  </a:lnTo>
                  <a:lnTo>
                    <a:pt x="914336" y="312331"/>
                  </a:lnTo>
                  <a:lnTo>
                    <a:pt x="914336" y="461810"/>
                  </a:lnTo>
                  <a:lnTo>
                    <a:pt x="1293977" y="461810"/>
                  </a:lnTo>
                  <a:lnTo>
                    <a:pt x="1293977" y="359854"/>
                  </a:lnTo>
                  <a:close/>
                </a:path>
                <a:path w="3338829" h="473075">
                  <a:moveTo>
                    <a:pt x="1698421" y="316293"/>
                  </a:moveTo>
                  <a:lnTo>
                    <a:pt x="1691728" y="267030"/>
                  </a:lnTo>
                  <a:lnTo>
                    <a:pt x="1691157" y="265811"/>
                  </a:lnTo>
                  <a:lnTo>
                    <a:pt x="1672894" y="226441"/>
                  </a:lnTo>
                  <a:lnTo>
                    <a:pt x="1643786" y="195834"/>
                  </a:lnTo>
                  <a:lnTo>
                    <a:pt x="1618208" y="182651"/>
                  </a:lnTo>
                  <a:lnTo>
                    <a:pt x="1606308" y="176517"/>
                  </a:lnTo>
                  <a:lnTo>
                    <a:pt x="1576654" y="171983"/>
                  </a:lnTo>
                  <a:lnTo>
                    <a:pt x="1576654" y="310845"/>
                  </a:lnTo>
                  <a:lnTo>
                    <a:pt x="1574152" y="330403"/>
                  </a:lnTo>
                  <a:lnTo>
                    <a:pt x="1566265" y="345935"/>
                  </a:lnTo>
                  <a:lnTo>
                    <a:pt x="1552435" y="356158"/>
                  </a:lnTo>
                  <a:lnTo>
                    <a:pt x="1532115" y="359854"/>
                  </a:lnTo>
                  <a:lnTo>
                    <a:pt x="1502905" y="359854"/>
                  </a:lnTo>
                  <a:lnTo>
                    <a:pt x="1482585" y="356158"/>
                  </a:lnTo>
                  <a:lnTo>
                    <a:pt x="1468755" y="345935"/>
                  </a:lnTo>
                  <a:lnTo>
                    <a:pt x="1460868" y="330403"/>
                  </a:lnTo>
                  <a:lnTo>
                    <a:pt x="1458366" y="310845"/>
                  </a:lnTo>
                  <a:lnTo>
                    <a:pt x="1460868" y="292747"/>
                  </a:lnTo>
                  <a:lnTo>
                    <a:pt x="1468755" y="278498"/>
                  </a:lnTo>
                  <a:lnTo>
                    <a:pt x="1482585" y="269163"/>
                  </a:lnTo>
                  <a:lnTo>
                    <a:pt x="1502905" y="265811"/>
                  </a:lnTo>
                  <a:lnTo>
                    <a:pt x="1532115" y="265811"/>
                  </a:lnTo>
                  <a:lnTo>
                    <a:pt x="1552435" y="269163"/>
                  </a:lnTo>
                  <a:lnTo>
                    <a:pt x="1566265" y="278498"/>
                  </a:lnTo>
                  <a:lnTo>
                    <a:pt x="1574152" y="292747"/>
                  </a:lnTo>
                  <a:lnTo>
                    <a:pt x="1576654" y="310845"/>
                  </a:lnTo>
                  <a:lnTo>
                    <a:pt x="1576654" y="171983"/>
                  </a:lnTo>
                  <a:lnTo>
                    <a:pt x="1562315" y="169786"/>
                  </a:lnTo>
                  <a:lnTo>
                    <a:pt x="1507363" y="169786"/>
                  </a:lnTo>
                  <a:lnTo>
                    <a:pt x="1491843" y="170815"/>
                  </a:lnTo>
                  <a:lnTo>
                    <a:pt x="1478597" y="173621"/>
                  </a:lnTo>
                  <a:lnTo>
                    <a:pt x="1467485" y="177711"/>
                  </a:lnTo>
                  <a:lnTo>
                    <a:pt x="1458366" y="182651"/>
                  </a:lnTo>
                  <a:lnTo>
                    <a:pt x="1458366" y="142062"/>
                  </a:lnTo>
                  <a:lnTo>
                    <a:pt x="1460500" y="129908"/>
                  </a:lnTo>
                  <a:lnTo>
                    <a:pt x="1466532" y="120535"/>
                  </a:lnTo>
                  <a:lnTo>
                    <a:pt x="1475905" y="114490"/>
                  </a:lnTo>
                  <a:lnTo>
                    <a:pt x="1488059" y="112356"/>
                  </a:lnTo>
                  <a:lnTo>
                    <a:pt x="1668729" y="112356"/>
                  </a:lnTo>
                  <a:lnTo>
                    <a:pt x="1668729" y="10401"/>
                  </a:lnTo>
                  <a:lnTo>
                    <a:pt x="1445501" y="10401"/>
                  </a:lnTo>
                  <a:lnTo>
                    <a:pt x="1400924" y="18224"/>
                  </a:lnTo>
                  <a:lnTo>
                    <a:pt x="1366545" y="40347"/>
                  </a:lnTo>
                  <a:lnTo>
                    <a:pt x="1344422" y="74714"/>
                  </a:lnTo>
                  <a:lnTo>
                    <a:pt x="1336598" y="119291"/>
                  </a:lnTo>
                  <a:lnTo>
                    <a:pt x="1336598" y="316293"/>
                  </a:lnTo>
                  <a:lnTo>
                    <a:pt x="1343291" y="364693"/>
                  </a:lnTo>
                  <a:lnTo>
                    <a:pt x="1362138" y="404939"/>
                  </a:lnTo>
                  <a:lnTo>
                    <a:pt x="1391234" y="435533"/>
                  </a:lnTo>
                  <a:lnTo>
                    <a:pt x="1428724" y="455002"/>
                  </a:lnTo>
                  <a:lnTo>
                    <a:pt x="1472717" y="461810"/>
                  </a:lnTo>
                  <a:lnTo>
                    <a:pt x="1562315" y="461810"/>
                  </a:lnTo>
                  <a:lnTo>
                    <a:pt x="1606308" y="455002"/>
                  </a:lnTo>
                  <a:lnTo>
                    <a:pt x="1643786" y="435533"/>
                  </a:lnTo>
                  <a:lnTo>
                    <a:pt x="1672894" y="404939"/>
                  </a:lnTo>
                  <a:lnTo>
                    <a:pt x="1691728" y="364693"/>
                  </a:lnTo>
                  <a:lnTo>
                    <a:pt x="1692402" y="359854"/>
                  </a:lnTo>
                  <a:lnTo>
                    <a:pt x="1698421" y="316293"/>
                  </a:lnTo>
                  <a:close/>
                </a:path>
                <a:path w="3338829" h="473075">
                  <a:moveTo>
                    <a:pt x="2060308" y="367766"/>
                  </a:moveTo>
                  <a:lnTo>
                    <a:pt x="1996948" y="367766"/>
                  </a:lnTo>
                  <a:lnTo>
                    <a:pt x="1984019" y="364858"/>
                  </a:lnTo>
                  <a:lnTo>
                    <a:pt x="1972945" y="357124"/>
                  </a:lnTo>
                  <a:lnTo>
                    <a:pt x="1965210" y="346049"/>
                  </a:lnTo>
                  <a:lnTo>
                    <a:pt x="1962302" y="333121"/>
                  </a:lnTo>
                  <a:lnTo>
                    <a:pt x="1962302" y="104444"/>
                  </a:lnTo>
                  <a:lnTo>
                    <a:pt x="2055355" y="104444"/>
                  </a:lnTo>
                  <a:lnTo>
                    <a:pt x="2055355" y="10388"/>
                  </a:lnTo>
                  <a:lnTo>
                    <a:pt x="1858352" y="10388"/>
                  </a:lnTo>
                  <a:lnTo>
                    <a:pt x="1858352" y="352920"/>
                  </a:lnTo>
                  <a:lnTo>
                    <a:pt x="1866188" y="397497"/>
                  </a:lnTo>
                  <a:lnTo>
                    <a:pt x="1888299" y="431863"/>
                  </a:lnTo>
                  <a:lnTo>
                    <a:pt x="1922678" y="453986"/>
                  </a:lnTo>
                  <a:lnTo>
                    <a:pt x="1967255" y="461810"/>
                  </a:lnTo>
                  <a:lnTo>
                    <a:pt x="2060308" y="461810"/>
                  </a:lnTo>
                  <a:lnTo>
                    <a:pt x="2060308" y="367766"/>
                  </a:lnTo>
                  <a:close/>
                </a:path>
                <a:path w="3338829" h="473075">
                  <a:moveTo>
                    <a:pt x="2189010" y="10388"/>
                  </a:moveTo>
                  <a:lnTo>
                    <a:pt x="2085047" y="10388"/>
                  </a:lnTo>
                  <a:lnTo>
                    <a:pt x="2085047" y="176707"/>
                  </a:lnTo>
                  <a:lnTo>
                    <a:pt x="2008835" y="176707"/>
                  </a:lnTo>
                  <a:lnTo>
                    <a:pt x="2008835" y="270764"/>
                  </a:lnTo>
                  <a:lnTo>
                    <a:pt x="2085047" y="270764"/>
                  </a:lnTo>
                  <a:lnTo>
                    <a:pt x="2085047" y="461810"/>
                  </a:lnTo>
                  <a:lnTo>
                    <a:pt x="2189010" y="461810"/>
                  </a:lnTo>
                  <a:lnTo>
                    <a:pt x="2189010" y="10388"/>
                  </a:lnTo>
                  <a:close/>
                </a:path>
                <a:path w="3338829" h="473075">
                  <a:moveTo>
                    <a:pt x="2313736" y="10388"/>
                  </a:moveTo>
                  <a:lnTo>
                    <a:pt x="2209787" y="10388"/>
                  </a:lnTo>
                  <a:lnTo>
                    <a:pt x="2209787" y="461810"/>
                  </a:lnTo>
                  <a:lnTo>
                    <a:pt x="2313736" y="461810"/>
                  </a:lnTo>
                  <a:lnTo>
                    <a:pt x="2313736" y="10388"/>
                  </a:lnTo>
                  <a:close/>
                </a:path>
                <a:path w="3338829" h="473075">
                  <a:moveTo>
                    <a:pt x="2666212" y="141566"/>
                  </a:moveTo>
                  <a:lnTo>
                    <a:pt x="2659697" y="96050"/>
                  </a:lnTo>
                  <a:lnTo>
                    <a:pt x="2640888" y="58369"/>
                  </a:lnTo>
                  <a:lnTo>
                    <a:pt x="2610942" y="29845"/>
                  </a:lnTo>
                  <a:lnTo>
                    <a:pt x="2571000" y="11760"/>
                  </a:lnTo>
                  <a:lnTo>
                    <a:pt x="2552382" y="9359"/>
                  </a:lnTo>
                  <a:lnTo>
                    <a:pt x="2552382" y="136613"/>
                  </a:lnTo>
                  <a:lnTo>
                    <a:pt x="2552382" y="335597"/>
                  </a:lnTo>
                  <a:lnTo>
                    <a:pt x="2550096" y="348970"/>
                  </a:lnTo>
                  <a:lnTo>
                    <a:pt x="2543772" y="359105"/>
                  </a:lnTo>
                  <a:lnTo>
                    <a:pt x="2534208" y="365531"/>
                  </a:lnTo>
                  <a:lnTo>
                    <a:pt x="2522182" y="367766"/>
                  </a:lnTo>
                  <a:lnTo>
                    <a:pt x="2510155" y="365531"/>
                  </a:lnTo>
                  <a:lnTo>
                    <a:pt x="2500592" y="359105"/>
                  </a:lnTo>
                  <a:lnTo>
                    <a:pt x="2494267" y="348970"/>
                  </a:lnTo>
                  <a:lnTo>
                    <a:pt x="2491994" y="335597"/>
                  </a:lnTo>
                  <a:lnTo>
                    <a:pt x="2491994" y="136613"/>
                  </a:lnTo>
                  <a:lnTo>
                    <a:pt x="2494267" y="123240"/>
                  </a:lnTo>
                  <a:lnTo>
                    <a:pt x="2500592" y="113106"/>
                  </a:lnTo>
                  <a:lnTo>
                    <a:pt x="2510155" y="106680"/>
                  </a:lnTo>
                  <a:lnTo>
                    <a:pt x="2522182" y="104444"/>
                  </a:lnTo>
                  <a:lnTo>
                    <a:pt x="2534208" y="106680"/>
                  </a:lnTo>
                  <a:lnTo>
                    <a:pt x="2543772" y="113106"/>
                  </a:lnTo>
                  <a:lnTo>
                    <a:pt x="2550096" y="123240"/>
                  </a:lnTo>
                  <a:lnTo>
                    <a:pt x="2552382" y="136613"/>
                  </a:lnTo>
                  <a:lnTo>
                    <a:pt x="2552382" y="9359"/>
                  </a:lnTo>
                  <a:lnTo>
                    <a:pt x="2473363" y="11760"/>
                  </a:lnTo>
                  <a:lnTo>
                    <a:pt x="2433421" y="29845"/>
                  </a:lnTo>
                  <a:lnTo>
                    <a:pt x="2403475" y="58369"/>
                  </a:lnTo>
                  <a:lnTo>
                    <a:pt x="2384666" y="96050"/>
                  </a:lnTo>
                  <a:lnTo>
                    <a:pt x="2378138" y="141566"/>
                  </a:lnTo>
                  <a:lnTo>
                    <a:pt x="2378138" y="330644"/>
                  </a:lnTo>
                  <a:lnTo>
                    <a:pt x="2384666" y="376161"/>
                  </a:lnTo>
                  <a:lnTo>
                    <a:pt x="2403475" y="413842"/>
                  </a:lnTo>
                  <a:lnTo>
                    <a:pt x="2433421" y="442366"/>
                  </a:lnTo>
                  <a:lnTo>
                    <a:pt x="2473363" y="460451"/>
                  </a:lnTo>
                  <a:lnTo>
                    <a:pt x="2522182" y="466763"/>
                  </a:lnTo>
                  <a:lnTo>
                    <a:pt x="2571000" y="460451"/>
                  </a:lnTo>
                  <a:lnTo>
                    <a:pt x="2610942" y="442366"/>
                  </a:lnTo>
                  <a:lnTo>
                    <a:pt x="2640888" y="413842"/>
                  </a:lnTo>
                  <a:lnTo>
                    <a:pt x="2659697" y="376161"/>
                  </a:lnTo>
                  <a:lnTo>
                    <a:pt x="2666212" y="330644"/>
                  </a:lnTo>
                  <a:lnTo>
                    <a:pt x="2666212" y="141566"/>
                  </a:lnTo>
                  <a:close/>
                </a:path>
                <a:path w="3338829" h="473075">
                  <a:moveTo>
                    <a:pt x="2823629" y="10388"/>
                  </a:moveTo>
                  <a:lnTo>
                    <a:pt x="2709773" y="10388"/>
                  </a:lnTo>
                  <a:lnTo>
                    <a:pt x="2709773" y="461810"/>
                  </a:lnTo>
                  <a:lnTo>
                    <a:pt x="2823629" y="461810"/>
                  </a:lnTo>
                  <a:lnTo>
                    <a:pt x="2823629" y="10388"/>
                  </a:lnTo>
                  <a:close/>
                </a:path>
                <a:path w="3338829" h="473075">
                  <a:moveTo>
                    <a:pt x="3176117" y="367779"/>
                  </a:moveTo>
                  <a:lnTo>
                    <a:pt x="3036519" y="367779"/>
                  </a:lnTo>
                  <a:lnTo>
                    <a:pt x="3024365" y="365633"/>
                  </a:lnTo>
                  <a:lnTo>
                    <a:pt x="3014992" y="359600"/>
                  </a:lnTo>
                  <a:lnTo>
                    <a:pt x="3008960" y="350227"/>
                  </a:lnTo>
                  <a:lnTo>
                    <a:pt x="3006826" y="338061"/>
                  </a:lnTo>
                  <a:lnTo>
                    <a:pt x="3006826" y="276694"/>
                  </a:lnTo>
                  <a:lnTo>
                    <a:pt x="3136506" y="276694"/>
                  </a:lnTo>
                  <a:lnTo>
                    <a:pt x="3136506" y="185623"/>
                  </a:lnTo>
                  <a:lnTo>
                    <a:pt x="3006826" y="185623"/>
                  </a:lnTo>
                  <a:lnTo>
                    <a:pt x="3006826" y="104444"/>
                  </a:lnTo>
                  <a:lnTo>
                    <a:pt x="3171164" y="104444"/>
                  </a:lnTo>
                  <a:lnTo>
                    <a:pt x="3171164" y="10388"/>
                  </a:lnTo>
                  <a:lnTo>
                    <a:pt x="2892983" y="10388"/>
                  </a:lnTo>
                  <a:lnTo>
                    <a:pt x="2892983" y="352920"/>
                  </a:lnTo>
                  <a:lnTo>
                    <a:pt x="2900807" y="397497"/>
                  </a:lnTo>
                  <a:lnTo>
                    <a:pt x="2922930" y="431876"/>
                  </a:lnTo>
                  <a:lnTo>
                    <a:pt x="2957296" y="453986"/>
                  </a:lnTo>
                  <a:lnTo>
                    <a:pt x="3001873" y="461810"/>
                  </a:lnTo>
                  <a:lnTo>
                    <a:pt x="3176117" y="461810"/>
                  </a:lnTo>
                  <a:lnTo>
                    <a:pt x="3176117" y="367779"/>
                  </a:lnTo>
                  <a:close/>
                </a:path>
                <a:path w="3338829" h="473075">
                  <a:moveTo>
                    <a:pt x="3338461" y="10388"/>
                  </a:moveTo>
                  <a:lnTo>
                    <a:pt x="3224619" y="10388"/>
                  </a:lnTo>
                  <a:lnTo>
                    <a:pt x="3224619" y="185623"/>
                  </a:lnTo>
                  <a:lnTo>
                    <a:pt x="3160268" y="185623"/>
                  </a:lnTo>
                  <a:lnTo>
                    <a:pt x="3160268" y="276694"/>
                  </a:lnTo>
                  <a:lnTo>
                    <a:pt x="3224619" y="276694"/>
                  </a:lnTo>
                  <a:lnTo>
                    <a:pt x="3224619" y="461810"/>
                  </a:lnTo>
                  <a:lnTo>
                    <a:pt x="3338461" y="461810"/>
                  </a:lnTo>
                  <a:lnTo>
                    <a:pt x="3338461" y="10388"/>
                  </a:lnTo>
                  <a:close/>
                </a:path>
              </a:pathLst>
            </a:custGeom>
            <a:solidFill>
              <a:srgbClr val="2240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906203" y="1686692"/>
              <a:ext cx="583565" cy="269240"/>
            </a:xfrm>
            <a:custGeom>
              <a:avLst/>
              <a:gdLst/>
              <a:ahLst/>
              <a:cxnLst/>
              <a:rect l="l" t="t" r="r" b="b"/>
              <a:pathLst>
                <a:path w="583565" h="269239">
                  <a:moveTo>
                    <a:pt x="201993" y="105308"/>
                  </a:moveTo>
                  <a:lnTo>
                    <a:pt x="136486" y="105308"/>
                  </a:lnTo>
                  <a:lnTo>
                    <a:pt x="136486" y="34188"/>
                  </a:lnTo>
                  <a:lnTo>
                    <a:pt x="65506" y="34188"/>
                  </a:lnTo>
                  <a:lnTo>
                    <a:pt x="65506" y="105308"/>
                  </a:lnTo>
                  <a:lnTo>
                    <a:pt x="0" y="105308"/>
                  </a:lnTo>
                  <a:lnTo>
                    <a:pt x="0" y="163728"/>
                  </a:lnTo>
                  <a:lnTo>
                    <a:pt x="65506" y="163728"/>
                  </a:lnTo>
                  <a:lnTo>
                    <a:pt x="65506" y="239928"/>
                  </a:lnTo>
                  <a:lnTo>
                    <a:pt x="136486" y="239928"/>
                  </a:lnTo>
                  <a:lnTo>
                    <a:pt x="136486" y="163728"/>
                  </a:lnTo>
                  <a:lnTo>
                    <a:pt x="201993" y="163728"/>
                  </a:lnTo>
                  <a:lnTo>
                    <a:pt x="201993" y="105308"/>
                  </a:lnTo>
                  <a:close/>
                </a:path>
                <a:path w="583565" h="269239">
                  <a:moveTo>
                    <a:pt x="470090" y="117716"/>
                  </a:moveTo>
                  <a:lnTo>
                    <a:pt x="461352" y="69989"/>
                  </a:lnTo>
                  <a:lnTo>
                    <a:pt x="454367" y="59436"/>
                  </a:lnTo>
                  <a:lnTo>
                    <a:pt x="436727" y="32778"/>
                  </a:lnTo>
                  <a:lnTo>
                    <a:pt x="399097" y="8915"/>
                  </a:lnTo>
                  <a:lnTo>
                    <a:pt x="399097" y="111950"/>
                  </a:lnTo>
                  <a:lnTo>
                    <a:pt x="399097" y="150901"/>
                  </a:lnTo>
                  <a:lnTo>
                    <a:pt x="299847" y="150901"/>
                  </a:lnTo>
                  <a:lnTo>
                    <a:pt x="299847" y="111950"/>
                  </a:lnTo>
                  <a:lnTo>
                    <a:pt x="303098" y="92176"/>
                  </a:lnTo>
                  <a:lnTo>
                    <a:pt x="312648" y="75412"/>
                  </a:lnTo>
                  <a:lnTo>
                    <a:pt x="328206" y="63792"/>
                  </a:lnTo>
                  <a:lnTo>
                    <a:pt x="349465" y="59436"/>
                  </a:lnTo>
                  <a:lnTo>
                    <a:pt x="370738" y="63792"/>
                  </a:lnTo>
                  <a:lnTo>
                    <a:pt x="386295" y="75412"/>
                  </a:lnTo>
                  <a:lnTo>
                    <a:pt x="395846" y="92176"/>
                  </a:lnTo>
                  <a:lnTo>
                    <a:pt x="399097" y="111950"/>
                  </a:lnTo>
                  <a:lnTo>
                    <a:pt x="399097" y="8915"/>
                  </a:lnTo>
                  <a:lnTo>
                    <a:pt x="398627" y="8610"/>
                  </a:lnTo>
                  <a:lnTo>
                    <a:pt x="349465" y="0"/>
                  </a:lnTo>
                  <a:lnTo>
                    <a:pt x="300316" y="8610"/>
                  </a:lnTo>
                  <a:lnTo>
                    <a:pt x="262229" y="32778"/>
                  </a:lnTo>
                  <a:lnTo>
                    <a:pt x="237604" y="69989"/>
                  </a:lnTo>
                  <a:lnTo>
                    <a:pt x="228866" y="117716"/>
                  </a:lnTo>
                  <a:lnTo>
                    <a:pt x="228866" y="268922"/>
                  </a:lnTo>
                  <a:lnTo>
                    <a:pt x="299847" y="268922"/>
                  </a:lnTo>
                  <a:lnTo>
                    <a:pt x="299847" y="210350"/>
                  </a:lnTo>
                  <a:lnTo>
                    <a:pt x="399097" y="210350"/>
                  </a:lnTo>
                  <a:lnTo>
                    <a:pt x="399097" y="268922"/>
                  </a:lnTo>
                  <a:lnTo>
                    <a:pt x="470090" y="268922"/>
                  </a:lnTo>
                  <a:lnTo>
                    <a:pt x="470090" y="210350"/>
                  </a:lnTo>
                  <a:lnTo>
                    <a:pt x="470090" y="150901"/>
                  </a:lnTo>
                  <a:lnTo>
                    <a:pt x="470090" y="117716"/>
                  </a:lnTo>
                  <a:close/>
                </a:path>
                <a:path w="583565" h="269239">
                  <a:moveTo>
                    <a:pt x="583247" y="5765"/>
                  </a:moveTo>
                  <a:lnTo>
                    <a:pt x="512267" y="5765"/>
                  </a:lnTo>
                  <a:lnTo>
                    <a:pt x="512267" y="268922"/>
                  </a:lnTo>
                  <a:lnTo>
                    <a:pt x="583247" y="268922"/>
                  </a:lnTo>
                  <a:lnTo>
                    <a:pt x="583247" y="5765"/>
                  </a:lnTo>
                  <a:close/>
                </a:path>
              </a:pathLst>
            </a:custGeom>
            <a:solidFill>
              <a:srgbClr val="FAA7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654093" y="1681231"/>
              <a:ext cx="2623820" cy="466725"/>
            </a:xfrm>
            <a:custGeom>
              <a:avLst/>
              <a:gdLst/>
              <a:ahLst/>
              <a:cxnLst/>
              <a:rect l="l" t="t" r="r" b="b"/>
              <a:pathLst>
                <a:path w="2623819" h="466725">
                  <a:moveTo>
                    <a:pt x="450443" y="317779"/>
                  </a:moveTo>
                  <a:lnTo>
                    <a:pt x="4953" y="317779"/>
                  </a:lnTo>
                  <a:lnTo>
                    <a:pt x="4953" y="401929"/>
                  </a:lnTo>
                  <a:lnTo>
                    <a:pt x="336588" y="401929"/>
                  </a:lnTo>
                  <a:lnTo>
                    <a:pt x="336588" y="466267"/>
                  </a:lnTo>
                  <a:lnTo>
                    <a:pt x="450443" y="466267"/>
                  </a:lnTo>
                  <a:lnTo>
                    <a:pt x="450443" y="317779"/>
                  </a:lnTo>
                  <a:close/>
                </a:path>
                <a:path w="2623819" h="466725">
                  <a:moveTo>
                    <a:pt x="450443" y="14846"/>
                  </a:moveTo>
                  <a:lnTo>
                    <a:pt x="336588" y="14846"/>
                  </a:lnTo>
                  <a:lnTo>
                    <a:pt x="336588" y="77228"/>
                  </a:lnTo>
                  <a:lnTo>
                    <a:pt x="294030" y="77228"/>
                  </a:lnTo>
                  <a:lnTo>
                    <a:pt x="294030" y="24752"/>
                  </a:lnTo>
                  <a:lnTo>
                    <a:pt x="203949" y="24752"/>
                  </a:lnTo>
                  <a:lnTo>
                    <a:pt x="203949" y="0"/>
                  </a:lnTo>
                  <a:lnTo>
                    <a:pt x="90081" y="0"/>
                  </a:lnTo>
                  <a:lnTo>
                    <a:pt x="90081" y="24752"/>
                  </a:lnTo>
                  <a:lnTo>
                    <a:pt x="0" y="24752"/>
                  </a:lnTo>
                  <a:lnTo>
                    <a:pt x="0" y="108902"/>
                  </a:lnTo>
                  <a:lnTo>
                    <a:pt x="287096" y="108902"/>
                  </a:lnTo>
                  <a:lnTo>
                    <a:pt x="287096" y="161366"/>
                  </a:lnTo>
                  <a:lnTo>
                    <a:pt x="336588" y="161366"/>
                  </a:lnTo>
                  <a:lnTo>
                    <a:pt x="336588" y="186118"/>
                  </a:lnTo>
                  <a:lnTo>
                    <a:pt x="290563" y="186118"/>
                  </a:lnTo>
                  <a:lnTo>
                    <a:pt x="278307" y="160921"/>
                  </a:lnTo>
                  <a:lnTo>
                    <a:pt x="257517" y="141198"/>
                  </a:lnTo>
                  <a:lnTo>
                    <a:pt x="228752" y="128346"/>
                  </a:lnTo>
                  <a:lnTo>
                    <a:pt x="192557" y="123748"/>
                  </a:lnTo>
                  <a:lnTo>
                    <a:pt x="179692" y="123748"/>
                  </a:lnTo>
                  <a:lnTo>
                    <a:pt x="179692" y="202450"/>
                  </a:lnTo>
                  <a:lnTo>
                    <a:pt x="179692" y="219278"/>
                  </a:lnTo>
                  <a:lnTo>
                    <a:pt x="173748" y="223735"/>
                  </a:lnTo>
                  <a:lnTo>
                    <a:pt x="120281" y="223735"/>
                  </a:lnTo>
                  <a:lnTo>
                    <a:pt x="114350" y="219278"/>
                  </a:lnTo>
                  <a:lnTo>
                    <a:pt x="114350" y="202450"/>
                  </a:lnTo>
                  <a:lnTo>
                    <a:pt x="120281" y="197993"/>
                  </a:lnTo>
                  <a:lnTo>
                    <a:pt x="173748" y="197993"/>
                  </a:lnTo>
                  <a:lnTo>
                    <a:pt x="179692" y="202450"/>
                  </a:lnTo>
                  <a:lnTo>
                    <a:pt x="179692" y="123748"/>
                  </a:lnTo>
                  <a:lnTo>
                    <a:pt x="101485" y="123748"/>
                  </a:lnTo>
                  <a:lnTo>
                    <a:pt x="58483" y="130403"/>
                  </a:lnTo>
                  <a:lnTo>
                    <a:pt x="26619" y="148742"/>
                  </a:lnTo>
                  <a:lnTo>
                    <a:pt x="6807" y="176377"/>
                  </a:lnTo>
                  <a:lnTo>
                    <a:pt x="0" y="210870"/>
                  </a:lnTo>
                  <a:lnTo>
                    <a:pt x="6807" y="245364"/>
                  </a:lnTo>
                  <a:lnTo>
                    <a:pt x="26619" y="272986"/>
                  </a:lnTo>
                  <a:lnTo>
                    <a:pt x="58483" y="291325"/>
                  </a:lnTo>
                  <a:lnTo>
                    <a:pt x="101485" y="297980"/>
                  </a:lnTo>
                  <a:lnTo>
                    <a:pt x="192557" y="297980"/>
                  </a:lnTo>
                  <a:lnTo>
                    <a:pt x="225640" y="294246"/>
                  </a:lnTo>
                  <a:lnTo>
                    <a:pt x="252641" y="283692"/>
                  </a:lnTo>
                  <a:lnTo>
                    <a:pt x="273227" y="267284"/>
                  </a:lnTo>
                  <a:lnTo>
                    <a:pt x="287096" y="246011"/>
                  </a:lnTo>
                  <a:lnTo>
                    <a:pt x="287096" y="270268"/>
                  </a:lnTo>
                  <a:lnTo>
                    <a:pt x="336588" y="270268"/>
                  </a:lnTo>
                  <a:lnTo>
                    <a:pt x="336588" y="297980"/>
                  </a:lnTo>
                  <a:lnTo>
                    <a:pt x="450443" y="297980"/>
                  </a:lnTo>
                  <a:lnTo>
                    <a:pt x="450443" y="77228"/>
                  </a:lnTo>
                  <a:lnTo>
                    <a:pt x="450443" y="14846"/>
                  </a:lnTo>
                  <a:close/>
                </a:path>
                <a:path w="2623819" h="466725">
                  <a:moveTo>
                    <a:pt x="818756" y="164338"/>
                  </a:moveTo>
                  <a:lnTo>
                    <a:pt x="780491" y="155028"/>
                  </a:lnTo>
                  <a:lnTo>
                    <a:pt x="751319" y="132537"/>
                  </a:lnTo>
                  <a:lnTo>
                    <a:pt x="732726" y="98348"/>
                  </a:lnTo>
                  <a:lnTo>
                    <a:pt x="726198" y="53962"/>
                  </a:lnTo>
                  <a:lnTo>
                    <a:pt x="726198" y="14846"/>
                  </a:lnTo>
                  <a:lnTo>
                    <a:pt x="612355" y="14846"/>
                  </a:lnTo>
                  <a:lnTo>
                    <a:pt x="612355" y="53962"/>
                  </a:lnTo>
                  <a:lnTo>
                    <a:pt x="605942" y="98348"/>
                  </a:lnTo>
                  <a:lnTo>
                    <a:pt x="605828" y="99123"/>
                  </a:lnTo>
                  <a:lnTo>
                    <a:pt x="587235" y="135013"/>
                  </a:lnTo>
                  <a:lnTo>
                    <a:pt x="558063" y="159207"/>
                  </a:lnTo>
                  <a:lnTo>
                    <a:pt x="519785" y="169278"/>
                  </a:lnTo>
                  <a:lnTo>
                    <a:pt x="519785" y="273240"/>
                  </a:lnTo>
                  <a:lnTo>
                    <a:pt x="563410" y="265734"/>
                  </a:lnTo>
                  <a:lnTo>
                    <a:pt x="605116" y="247738"/>
                  </a:lnTo>
                  <a:lnTo>
                    <a:pt x="641527" y="221589"/>
                  </a:lnTo>
                  <a:lnTo>
                    <a:pt x="669277" y="189572"/>
                  </a:lnTo>
                  <a:lnTo>
                    <a:pt x="697014" y="220814"/>
                  </a:lnTo>
                  <a:lnTo>
                    <a:pt x="733437" y="245275"/>
                  </a:lnTo>
                  <a:lnTo>
                    <a:pt x="775144" y="261556"/>
                  </a:lnTo>
                  <a:lnTo>
                    <a:pt x="818756" y="268287"/>
                  </a:lnTo>
                  <a:lnTo>
                    <a:pt x="818756" y="189572"/>
                  </a:lnTo>
                  <a:lnTo>
                    <a:pt x="818756" y="164338"/>
                  </a:lnTo>
                  <a:close/>
                </a:path>
                <a:path w="2623819" h="466725">
                  <a:moveTo>
                    <a:pt x="965276" y="14846"/>
                  </a:moveTo>
                  <a:lnTo>
                    <a:pt x="851433" y="14846"/>
                  </a:lnTo>
                  <a:lnTo>
                    <a:pt x="851433" y="317779"/>
                  </a:lnTo>
                  <a:lnTo>
                    <a:pt x="965276" y="317779"/>
                  </a:lnTo>
                  <a:lnTo>
                    <a:pt x="965276" y="14846"/>
                  </a:lnTo>
                  <a:close/>
                </a:path>
                <a:path w="2623819" h="466725">
                  <a:moveTo>
                    <a:pt x="970216" y="367271"/>
                  </a:moveTo>
                  <a:lnTo>
                    <a:pt x="663333" y="367271"/>
                  </a:lnTo>
                  <a:lnTo>
                    <a:pt x="651179" y="365137"/>
                  </a:lnTo>
                  <a:lnTo>
                    <a:pt x="641807" y="359105"/>
                  </a:lnTo>
                  <a:lnTo>
                    <a:pt x="635774" y="349732"/>
                  </a:lnTo>
                  <a:lnTo>
                    <a:pt x="633641" y="337578"/>
                  </a:lnTo>
                  <a:lnTo>
                    <a:pt x="633641" y="293027"/>
                  </a:lnTo>
                  <a:lnTo>
                    <a:pt x="519785" y="293027"/>
                  </a:lnTo>
                  <a:lnTo>
                    <a:pt x="519785" y="357378"/>
                  </a:lnTo>
                  <a:lnTo>
                    <a:pt x="527621" y="401955"/>
                  </a:lnTo>
                  <a:lnTo>
                    <a:pt x="549732" y="436321"/>
                  </a:lnTo>
                  <a:lnTo>
                    <a:pt x="584111" y="458444"/>
                  </a:lnTo>
                  <a:lnTo>
                    <a:pt x="628688" y="466267"/>
                  </a:lnTo>
                  <a:lnTo>
                    <a:pt x="970216" y="466267"/>
                  </a:lnTo>
                  <a:lnTo>
                    <a:pt x="970216" y="367271"/>
                  </a:lnTo>
                  <a:close/>
                </a:path>
                <a:path w="2623819" h="466725">
                  <a:moveTo>
                    <a:pt x="1353413" y="29705"/>
                  </a:moveTo>
                  <a:lnTo>
                    <a:pt x="1302918" y="29705"/>
                  </a:lnTo>
                  <a:lnTo>
                    <a:pt x="1302918" y="12"/>
                  </a:lnTo>
                  <a:lnTo>
                    <a:pt x="1194015" y="12"/>
                  </a:lnTo>
                  <a:lnTo>
                    <a:pt x="1194015" y="29705"/>
                  </a:lnTo>
                  <a:lnTo>
                    <a:pt x="1143533" y="29705"/>
                  </a:lnTo>
                  <a:lnTo>
                    <a:pt x="1143533" y="98996"/>
                  </a:lnTo>
                  <a:lnTo>
                    <a:pt x="1194015" y="98996"/>
                  </a:lnTo>
                  <a:lnTo>
                    <a:pt x="1190129" y="129768"/>
                  </a:lnTo>
                  <a:lnTo>
                    <a:pt x="1190028" y="130543"/>
                  </a:lnTo>
                  <a:lnTo>
                    <a:pt x="1179918" y="153822"/>
                  </a:lnTo>
                  <a:lnTo>
                    <a:pt x="1164234" y="168744"/>
                  </a:lnTo>
                  <a:lnTo>
                    <a:pt x="1143533" y="175234"/>
                  </a:lnTo>
                  <a:lnTo>
                    <a:pt x="1143533" y="244525"/>
                  </a:lnTo>
                  <a:lnTo>
                    <a:pt x="1175105" y="240245"/>
                  </a:lnTo>
                  <a:lnTo>
                    <a:pt x="1204163" y="229616"/>
                  </a:lnTo>
                  <a:lnTo>
                    <a:pt x="1229144" y="212572"/>
                  </a:lnTo>
                  <a:lnTo>
                    <a:pt x="1248473" y="189077"/>
                  </a:lnTo>
                  <a:lnTo>
                    <a:pt x="1267790" y="211797"/>
                  </a:lnTo>
                  <a:lnTo>
                    <a:pt x="1292771" y="227139"/>
                  </a:lnTo>
                  <a:lnTo>
                    <a:pt x="1321841" y="236067"/>
                  </a:lnTo>
                  <a:lnTo>
                    <a:pt x="1353413" y="239572"/>
                  </a:lnTo>
                  <a:lnTo>
                    <a:pt x="1353413" y="189077"/>
                  </a:lnTo>
                  <a:lnTo>
                    <a:pt x="1353413" y="170281"/>
                  </a:lnTo>
                  <a:lnTo>
                    <a:pt x="1332712" y="164579"/>
                  </a:lnTo>
                  <a:lnTo>
                    <a:pt x="1317015" y="151345"/>
                  </a:lnTo>
                  <a:lnTo>
                    <a:pt x="1306906" y="129768"/>
                  </a:lnTo>
                  <a:lnTo>
                    <a:pt x="1302918" y="98996"/>
                  </a:lnTo>
                  <a:lnTo>
                    <a:pt x="1353413" y="98996"/>
                  </a:lnTo>
                  <a:lnTo>
                    <a:pt x="1353413" y="29705"/>
                  </a:lnTo>
                  <a:close/>
                </a:path>
                <a:path w="2623819" h="466725">
                  <a:moveTo>
                    <a:pt x="1598904" y="14846"/>
                  </a:moveTo>
                  <a:lnTo>
                    <a:pt x="1494967" y="14846"/>
                  </a:lnTo>
                  <a:lnTo>
                    <a:pt x="1494967" y="79197"/>
                  </a:lnTo>
                  <a:lnTo>
                    <a:pt x="1474673" y="79197"/>
                  </a:lnTo>
                  <a:lnTo>
                    <a:pt x="1474673" y="14846"/>
                  </a:lnTo>
                  <a:lnTo>
                    <a:pt x="1370723" y="14846"/>
                  </a:lnTo>
                  <a:lnTo>
                    <a:pt x="1370723" y="239572"/>
                  </a:lnTo>
                  <a:lnTo>
                    <a:pt x="1474673" y="239572"/>
                  </a:lnTo>
                  <a:lnTo>
                    <a:pt x="1474673" y="173240"/>
                  </a:lnTo>
                  <a:lnTo>
                    <a:pt x="1494967" y="173240"/>
                  </a:lnTo>
                  <a:lnTo>
                    <a:pt x="1494967" y="239572"/>
                  </a:lnTo>
                  <a:lnTo>
                    <a:pt x="1598904" y="239572"/>
                  </a:lnTo>
                  <a:lnTo>
                    <a:pt x="1598904" y="173240"/>
                  </a:lnTo>
                  <a:lnTo>
                    <a:pt x="1598904" y="79197"/>
                  </a:lnTo>
                  <a:lnTo>
                    <a:pt x="1598904" y="14846"/>
                  </a:lnTo>
                  <a:close/>
                </a:path>
                <a:path w="2623819" h="466725">
                  <a:moveTo>
                    <a:pt x="1603857" y="321741"/>
                  </a:moveTo>
                  <a:lnTo>
                    <a:pt x="1598345" y="295033"/>
                  </a:lnTo>
                  <a:lnTo>
                    <a:pt x="1582762" y="274408"/>
                  </a:lnTo>
                  <a:lnTo>
                    <a:pt x="1558544" y="261112"/>
                  </a:lnTo>
                  <a:lnTo>
                    <a:pt x="1527136" y="256400"/>
                  </a:lnTo>
                  <a:lnTo>
                    <a:pt x="1143533" y="256400"/>
                  </a:lnTo>
                  <a:lnTo>
                    <a:pt x="1143533" y="321741"/>
                  </a:lnTo>
                  <a:lnTo>
                    <a:pt x="1486052" y="321741"/>
                  </a:lnTo>
                  <a:lnTo>
                    <a:pt x="1490027" y="324205"/>
                  </a:lnTo>
                  <a:lnTo>
                    <a:pt x="1490027" y="331152"/>
                  </a:lnTo>
                  <a:lnTo>
                    <a:pt x="1486052" y="333629"/>
                  </a:lnTo>
                  <a:lnTo>
                    <a:pt x="1210360" y="333629"/>
                  </a:lnTo>
                  <a:lnTo>
                    <a:pt x="1178941" y="338429"/>
                  </a:lnTo>
                  <a:lnTo>
                    <a:pt x="1154734" y="352005"/>
                  </a:lnTo>
                  <a:lnTo>
                    <a:pt x="1139151" y="373087"/>
                  </a:lnTo>
                  <a:lnTo>
                    <a:pt x="1133640" y="400443"/>
                  </a:lnTo>
                  <a:lnTo>
                    <a:pt x="1139151" y="427634"/>
                  </a:lnTo>
                  <a:lnTo>
                    <a:pt x="1154734" y="448386"/>
                  </a:lnTo>
                  <a:lnTo>
                    <a:pt x="1178941" y="461619"/>
                  </a:lnTo>
                  <a:lnTo>
                    <a:pt x="1210360" y="466267"/>
                  </a:lnTo>
                  <a:lnTo>
                    <a:pt x="1598904" y="466267"/>
                  </a:lnTo>
                  <a:lnTo>
                    <a:pt x="1598904" y="400939"/>
                  </a:lnTo>
                  <a:lnTo>
                    <a:pt x="1251445" y="400939"/>
                  </a:lnTo>
                  <a:lnTo>
                    <a:pt x="1247482" y="397967"/>
                  </a:lnTo>
                  <a:lnTo>
                    <a:pt x="1247482" y="390055"/>
                  </a:lnTo>
                  <a:lnTo>
                    <a:pt x="1251445" y="387083"/>
                  </a:lnTo>
                  <a:lnTo>
                    <a:pt x="1527136" y="387083"/>
                  </a:lnTo>
                  <a:lnTo>
                    <a:pt x="1558544" y="382435"/>
                  </a:lnTo>
                  <a:lnTo>
                    <a:pt x="1582762" y="369252"/>
                  </a:lnTo>
                  <a:lnTo>
                    <a:pt x="1598345" y="348653"/>
                  </a:lnTo>
                  <a:lnTo>
                    <a:pt x="1603857" y="321741"/>
                  </a:lnTo>
                  <a:close/>
                </a:path>
                <a:path w="2623819" h="466725">
                  <a:moveTo>
                    <a:pt x="2108809" y="14859"/>
                  </a:moveTo>
                  <a:lnTo>
                    <a:pt x="1994966" y="14859"/>
                  </a:lnTo>
                  <a:lnTo>
                    <a:pt x="1994966" y="213829"/>
                  </a:lnTo>
                  <a:lnTo>
                    <a:pt x="1773707" y="213829"/>
                  </a:lnTo>
                  <a:lnTo>
                    <a:pt x="1767281" y="207899"/>
                  </a:lnTo>
                  <a:lnTo>
                    <a:pt x="1767281" y="191071"/>
                  </a:lnTo>
                  <a:lnTo>
                    <a:pt x="1773707" y="185623"/>
                  </a:lnTo>
                  <a:lnTo>
                    <a:pt x="1882101" y="185623"/>
                  </a:lnTo>
                  <a:lnTo>
                    <a:pt x="1912493" y="177965"/>
                  </a:lnTo>
                  <a:lnTo>
                    <a:pt x="1935937" y="157784"/>
                  </a:lnTo>
                  <a:lnTo>
                    <a:pt x="1951012" y="129247"/>
                  </a:lnTo>
                  <a:lnTo>
                    <a:pt x="1956346" y="96520"/>
                  </a:lnTo>
                  <a:lnTo>
                    <a:pt x="1951012" y="64973"/>
                  </a:lnTo>
                  <a:lnTo>
                    <a:pt x="1935937" y="38976"/>
                  </a:lnTo>
                  <a:lnTo>
                    <a:pt x="1912493" y="21348"/>
                  </a:lnTo>
                  <a:lnTo>
                    <a:pt x="1882101" y="14859"/>
                  </a:lnTo>
                  <a:lnTo>
                    <a:pt x="1663319" y="14859"/>
                  </a:lnTo>
                  <a:lnTo>
                    <a:pt x="1663319" y="89103"/>
                  </a:lnTo>
                  <a:lnTo>
                    <a:pt x="1836077" y="89103"/>
                  </a:lnTo>
                  <a:lnTo>
                    <a:pt x="1842516" y="94043"/>
                  </a:lnTo>
                  <a:lnTo>
                    <a:pt x="1842516" y="110883"/>
                  </a:lnTo>
                  <a:lnTo>
                    <a:pt x="1836077" y="116332"/>
                  </a:lnTo>
                  <a:lnTo>
                    <a:pt x="1727669" y="116332"/>
                  </a:lnTo>
                  <a:lnTo>
                    <a:pt x="1697278" y="123291"/>
                  </a:lnTo>
                  <a:lnTo>
                    <a:pt x="1673847" y="141935"/>
                  </a:lnTo>
                  <a:lnTo>
                    <a:pt x="1658759" y="168948"/>
                  </a:lnTo>
                  <a:lnTo>
                    <a:pt x="1653425" y="200964"/>
                  </a:lnTo>
                  <a:lnTo>
                    <a:pt x="1658759" y="233375"/>
                  </a:lnTo>
                  <a:lnTo>
                    <a:pt x="1673847" y="261226"/>
                  </a:lnTo>
                  <a:lnTo>
                    <a:pt x="1697278" y="280733"/>
                  </a:lnTo>
                  <a:lnTo>
                    <a:pt x="1727669" y="288086"/>
                  </a:lnTo>
                  <a:lnTo>
                    <a:pt x="1994966" y="288086"/>
                  </a:lnTo>
                  <a:lnTo>
                    <a:pt x="1994966" y="322732"/>
                  </a:lnTo>
                  <a:lnTo>
                    <a:pt x="2108809" y="322732"/>
                  </a:lnTo>
                  <a:lnTo>
                    <a:pt x="2108809" y="213829"/>
                  </a:lnTo>
                  <a:lnTo>
                    <a:pt x="2108809" y="14859"/>
                  </a:lnTo>
                  <a:close/>
                </a:path>
                <a:path w="2623819" h="466725">
                  <a:moveTo>
                    <a:pt x="2113762" y="372224"/>
                  </a:moveTo>
                  <a:lnTo>
                    <a:pt x="1806867" y="372224"/>
                  </a:lnTo>
                  <a:lnTo>
                    <a:pt x="1794713" y="370090"/>
                  </a:lnTo>
                  <a:lnTo>
                    <a:pt x="1785340" y="364058"/>
                  </a:lnTo>
                  <a:lnTo>
                    <a:pt x="1779308" y="354685"/>
                  </a:lnTo>
                  <a:lnTo>
                    <a:pt x="1777174" y="342531"/>
                  </a:lnTo>
                  <a:lnTo>
                    <a:pt x="1777174" y="312839"/>
                  </a:lnTo>
                  <a:lnTo>
                    <a:pt x="1663319" y="312839"/>
                  </a:lnTo>
                  <a:lnTo>
                    <a:pt x="1663319" y="357378"/>
                  </a:lnTo>
                  <a:lnTo>
                    <a:pt x="1671154" y="401955"/>
                  </a:lnTo>
                  <a:lnTo>
                    <a:pt x="1693265" y="436321"/>
                  </a:lnTo>
                  <a:lnTo>
                    <a:pt x="1727644" y="458444"/>
                  </a:lnTo>
                  <a:lnTo>
                    <a:pt x="1772221" y="466267"/>
                  </a:lnTo>
                  <a:lnTo>
                    <a:pt x="2113762" y="466267"/>
                  </a:lnTo>
                  <a:lnTo>
                    <a:pt x="2113762" y="372224"/>
                  </a:lnTo>
                  <a:close/>
                </a:path>
                <a:path w="2623819" h="466725">
                  <a:moveTo>
                    <a:pt x="2477122" y="14846"/>
                  </a:moveTo>
                  <a:lnTo>
                    <a:pt x="2173211" y="14846"/>
                  </a:lnTo>
                  <a:lnTo>
                    <a:pt x="2173211" y="113855"/>
                  </a:lnTo>
                  <a:lnTo>
                    <a:pt x="2268245" y="113855"/>
                  </a:lnTo>
                  <a:lnTo>
                    <a:pt x="2268245" y="217297"/>
                  </a:lnTo>
                  <a:lnTo>
                    <a:pt x="2261260" y="273367"/>
                  </a:lnTo>
                  <a:lnTo>
                    <a:pt x="2241702" y="314629"/>
                  </a:lnTo>
                  <a:lnTo>
                    <a:pt x="2211654" y="342239"/>
                  </a:lnTo>
                  <a:lnTo>
                    <a:pt x="2173211" y="357378"/>
                  </a:lnTo>
                  <a:lnTo>
                    <a:pt x="2173211" y="466267"/>
                  </a:lnTo>
                  <a:lnTo>
                    <a:pt x="2219299" y="455904"/>
                  </a:lnTo>
                  <a:lnTo>
                    <a:pt x="2261628" y="436448"/>
                  </a:lnTo>
                  <a:lnTo>
                    <a:pt x="2297734" y="409752"/>
                  </a:lnTo>
                  <a:lnTo>
                    <a:pt x="2325166" y="377672"/>
                  </a:lnTo>
                  <a:lnTo>
                    <a:pt x="2353018" y="409752"/>
                  </a:lnTo>
                  <a:lnTo>
                    <a:pt x="2389073" y="436448"/>
                  </a:lnTo>
                  <a:lnTo>
                    <a:pt x="2431173" y="455904"/>
                  </a:lnTo>
                  <a:lnTo>
                    <a:pt x="2477122" y="466267"/>
                  </a:lnTo>
                  <a:lnTo>
                    <a:pt x="2477122" y="377672"/>
                  </a:lnTo>
                  <a:lnTo>
                    <a:pt x="2477122" y="357378"/>
                  </a:lnTo>
                  <a:lnTo>
                    <a:pt x="2438679" y="343700"/>
                  </a:lnTo>
                  <a:lnTo>
                    <a:pt x="2408631" y="315925"/>
                  </a:lnTo>
                  <a:lnTo>
                    <a:pt x="2389073" y="273850"/>
                  </a:lnTo>
                  <a:lnTo>
                    <a:pt x="2382088" y="217297"/>
                  </a:lnTo>
                  <a:lnTo>
                    <a:pt x="2382088" y="113855"/>
                  </a:lnTo>
                  <a:lnTo>
                    <a:pt x="2477122" y="113855"/>
                  </a:lnTo>
                  <a:lnTo>
                    <a:pt x="2477122" y="14846"/>
                  </a:lnTo>
                  <a:close/>
                </a:path>
                <a:path w="2623819" h="466725">
                  <a:moveTo>
                    <a:pt x="2623629" y="14846"/>
                  </a:moveTo>
                  <a:lnTo>
                    <a:pt x="2509786" y="14846"/>
                  </a:lnTo>
                  <a:lnTo>
                    <a:pt x="2509786" y="466267"/>
                  </a:lnTo>
                  <a:lnTo>
                    <a:pt x="2623629" y="466267"/>
                  </a:lnTo>
                  <a:lnTo>
                    <a:pt x="2623629" y="14846"/>
                  </a:lnTo>
                  <a:close/>
                </a:path>
              </a:pathLst>
            </a:custGeom>
            <a:solidFill>
              <a:srgbClr val="2240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1738" y="743013"/>
              <a:ext cx="4269859" cy="42671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889605" y="4280858"/>
              <a:ext cx="368300" cy="368300"/>
            </a:xfrm>
            <a:custGeom>
              <a:avLst/>
              <a:gdLst/>
              <a:ahLst/>
              <a:cxnLst/>
              <a:rect l="l" t="t" r="r" b="b"/>
              <a:pathLst>
                <a:path w="368300" h="368300">
                  <a:moveTo>
                    <a:pt x="184120" y="0"/>
                  </a:moveTo>
                  <a:lnTo>
                    <a:pt x="135175" y="6576"/>
                  </a:lnTo>
                  <a:lnTo>
                    <a:pt x="91192" y="25136"/>
                  </a:lnTo>
                  <a:lnTo>
                    <a:pt x="53928" y="53925"/>
                  </a:lnTo>
                  <a:lnTo>
                    <a:pt x="25138" y="91188"/>
                  </a:lnTo>
                  <a:lnTo>
                    <a:pt x="6577" y="135171"/>
                  </a:lnTo>
                  <a:lnTo>
                    <a:pt x="0" y="184120"/>
                  </a:lnTo>
                  <a:lnTo>
                    <a:pt x="6577" y="233064"/>
                  </a:lnTo>
                  <a:lnTo>
                    <a:pt x="25138" y="277044"/>
                  </a:lnTo>
                  <a:lnTo>
                    <a:pt x="53928" y="314305"/>
                  </a:lnTo>
                  <a:lnTo>
                    <a:pt x="91192" y="343093"/>
                  </a:lnTo>
                  <a:lnTo>
                    <a:pt x="135175" y="361653"/>
                  </a:lnTo>
                  <a:lnTo>
                    <a:pt x="184120" y="368229"/>
                  </a:lnTo>
                  <a:lnTo>
                    <a:pt x="233065" y="361653"/>
                  </a:lnTo>
                  <a:lnTo>
                    <a:pt x="277047" y="343093"/>
                  </a:lnTo>
                  <a:lnTo>
                    <a:pt x="314311" y="314305"/>
                  </a:lnTo>
                  <a:lnTo>
                    <a:pt x="343101" y="277044"/>
                  </a:lnTo>
                  <a:lnTo>
                    <a:pt x="361662" y="233064"/>
                  </a:lnTo>
                  <a:lnTo>
                    <a:pt x="368240" y="184120"/>
                  </a:lnTo>
                  <a:lnTo>
                    <a:pt x="361662" y="135171"/>
                  </a:lnTo>
                  <a:lnTo>
                    <a:pt x="343101" y="91188"/>
                  </a:lnTo>
                  <a:lnTo>
                    <a:pt x="314311" y="53925"/>
                  </a:lnTo>
                  <a:lnTo>
                    <a:pt x="277047" y="25136"/>
                  </a:lnTo>
                  <a:lnTo>
                    <a:pt x="233065" y="6576"/>
                  </a:lnTo>
                  <a:lnTo>
                    <a:pt x="184120" y="0"/>
                  </a:lnTo>
                  <a:close/>
                </a:path>
              </a:pathLst>
            </a:custGeom>
            <a:solidFill>
              <a:srgbClr val="4A69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8492756" y="4530228"/>
              <a:ext cx="847725" cy="120650"/>
            </a:xfrm>
            <a:custGeom>
              <a:avLst/>
              <a:gdLst/>
              <a:ahLst/>
              <a:cxnLst/>
              <a:rect l="l" t="t" r="r" b="b"/>
              <a:pathLst>
                <a:path w="847725" h="120650">
                  <a:moveTo>
                    <a:pt x="847440" y="0"/>
                  </a:moveTo>
                  <a:lnTo>
                    <a:pt x="0" y="0"/>
                  </a:lnTo>
                  <a:lnTo>
                    <a:pt x="0" y="120373"/>
                  </a:lnTo>
                  <a:lnTo>
                    <a:pt x="847440" y="120373"/>
                  </a:lnTo>
                  <a:lnTo>
                    <a:pt x="847440" y="0"/>
                  </a:lnTo>
                  <a:close/>
                </a:path>
              </a:pathLst>
            </a:custGeom>
            <a:solidFill>
              <a:srgbClr val="D69E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2036438"/>
              <a:ext cx="20011390" cy="3141345"/>
            </a:xfrm>
            <a:custGeom>
              <a:avLst/>
              <a:gdLst/>
              <a:ahLst/>
              <a:cxnLst/>
              <a:rect l="l" t="t" r="r" b="b"/>
              <a:pathLst>
                <a:path w="20011390" h="3141345">
                  <a:moveTo>
                    <a:pt x="405244" y="3047809"/>
                  </a:moveTo>
                  <a:lnTo>
                    <a:pt x="0" y="3047809"/>
                  </a:lnTo>
                  <a:lnTo>
                    <a:pt x="0" y="3141332"/>
                  </a:lnTo>
                  <a:lnTo>
                    <a:pt x="405244" y="3141332"/>
                  </a:lnTo>
                  <a:lnTo>
                    <a:pt x="405244" y="3047809"/>
                  </a:lnTo>
                  <a:close/>
                </a:path>
                <a:path w="20011390" h="3141345">
                  <a:moveTo>
                    <a:pt x="18502389" y="2652687"/>
                  </a:moveTo>
                  <a:lnTo>
                    <a:pt x="18141265" y="2652687"/>
                  </a:lnTo>
                  <a:lnTo>
                    <a:pt x="18141265" y="2773070"/>
                  </a:lnTo>
                  <a:lnTo>
                    <a:pt x="18502389" y="2773070"/>
                  </a:lnTo>
                  <a:lnTo>
                    <a:pt x="18502389" y="2652687"/>
                  </a:lnTo>
                  <a:close/>
                </a:path>
                <a:path w="20011390" h="3141345">
                  <a:moveTo>
                    <a:pt x="20010997" y="0"/>
                  </a:moveTo>
                  <a:lnTo>
                    <a:pt x="19515049" y="0"/>
                  </a:lnTo>
                  <a:lnTo>
                    <a:pt x="19515049" y="120370"/>
                  </a:lnTo>
                  <a:lnTo>
                    <a:pt x="20010997" y="120370"/>
                  </a:lnTo>
                  <a:lnTo>
                    <a:pt x="20010997" y="0"/>
                  </a:lnTo>
                  <a:close/>
                </a:path>
              </a:pathLst>
            </a:custGeom>
            <a:solidFill>
              <a:srgbClr val="96A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4692169" y="3309449"/>
              <a:ext cx="847725" cy="233045"/>
            </a:xfrm>
            <a:custGeom>
              <a:avLst/>
              <a:gdLst/>
              <a:ahLst/>
              <a:cxnLst/>
              <a:rect l="l" t="t" r="r" b="b"/>
              <a:pathLst>
                <a:path w="847725" h="233045">
                  <a:moveTo>
                    <a:pt x="847440" y="0"/>
                  </a:moveTo>
                  <a:lnTo>
                    <a:pt x="0" y="0"/>
                  </a:lnTo>
                  <a:lnTo>
                    <a:pt x="0" y="232495"/>
                  </a:lnTo>
                  <a:lnTo>
                    <a:pt x="847440" y="232495"/>
                  </a:lnTo>
                  <a:lnTo>
                    <a:pt x="847440" y="0"/>
                  </a:lnTo>
                  <a:close/>
                </a:path>
              </a:pathLst>
            </a:custGeom>
            <a:solidFill>
              <a:srgbClr val="D69E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5529977" y="3002547"/>
              <a:ext cx="361315" cy="233045"/>
            </a:xfrm>
            <a:custGeom>
              <a:avLst/>
              <a:gdLst/>
              <a:ahLst/>
              <a:cxnLst/>
              <a:rect l="l" t="t" r="r" b="b"/>
              <a:pathLst>
                <a:path w="361315" h="233044">
                  <a:moveTo>
                    <a:pt x="361119" y="0"/>
                  </a:moveTo>
                  <a:lnTo>
                    <a:pt x="0" y="0"/>
                  </a:lnTo>
                  <a:lnTo>
                    <a:pt x="0" y="232495"/>
                  </a:lnTo>
                  <a:lnTo>
                    <a:pt x="361119" y="232495"/>
                  </a:lnTo>
                  <a:lnTo>
                    <a:pt x="361119" y="0"/>
                  </a:lnTo>
                  <a:close/>
                </a:path>
              </a:pathLst>
            </a:custGeom>
            <a:solidFill>
              <a:srgbClr val="96A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742052" y="4792047"/>
              <a:ext cx="4886102" cy="48768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253034" y="1081056"/>
              <a:ext cx="1963102" cy="196311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20803" y="1475138"/>
              <a:ext cx="3483035" cy="353580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364737" y="1281636"/>
              <a:ext cx="1799316" cy="155304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69868" y="6253294"/>
              <a:ext cx="612140" cy="208915"/>
            </a:xfrm>
            <a:custGeom>
              <a:avLst/>
              <a:gdLst/>
              <a:ahLst/>
              <a:cxnLst/>
              <a:rect l="l" t="t" r="r" b="b"/>
              <a:pathLst>
                <a:path w="612140" h="208914">
                  <a:moveTo>
                    <a:pt x="612107" y="0"/>
                  </a:moveTo>
                  <a:lnTo>
                    <a:pt x="234055" y="127483"/>
                  </a:lnTo>
                  <a:lnTo>
                    <a:pt x="0" y="208674"/>
                  </a:lnTo>
                  <a:lnTo>
                    <a:pt x="378040" y="81191"/>
                  </a:lnTo>
                  <a:lnTo>
                    <a:pt x="612107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399062" y="7474211"/>
              <a:ext cx="388620" cy="862330"/>
            </a:xfrm>
            <a:custGeom>
              <a:avLst/>
              <a:gdLst/>
              <a:ahLst/>
              <a:cxnLst/>
              <a:rect l="l" t="t" r="r" b="b"/>
              <a:pathLst>
                <a:path w="388619" h="862329">
                  <a:moveTo>
                    <a:pt x="388574" y="0"/>
                  </a:moveTo>
                  <a:lnTo>
                    <a:pt x="154518" y="81191"/>
                  </a:lnTo>
                  <a:lnTo>
                    <a:pt x="0" y="862036"/>
                  </a:lnTo>
                  <a:lnTo>
                    <a:pt x="234055" y="780834"/>
                  </a:lnTo>
                  <a:lnTo>
                    <a:pt x="388574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147914" y="6253295"/>
              <a:ext cx="1640205" cy="1302385"/>
            </a:xfrm>
            <a:custGeom>
              <a:avLst/>
              <a:gdLst/>
              <a:ahLst/>
              <a:cxnLst/>
              <a:rect l="l" t="t" r="r" b="b"/>
              <a:pathLst>
                <a:path w="1640205" h="1302384">
                  <a:moveTo>
                    <a:pt x="234055" y="0"/>
                  </a:moveTo>
                  <a:lnTo>
                    <a:pt x="0" y="81191"/>
                  </a:lnTo>
                  <a:lnTo>
                    <a:pt x="1405664" y="1302106"/>
                  </a:lnTo>
                  <a:lnTo>
                    <a:pt x="1639719" y="1220915"/>
                  </a:lnTo>
                  <a:lnTo>
                    <a:pt x="234055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9871" y="6334487"/>
              <a:ext cx="1783704" cy="200175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69870" y="6334481"/>
              <a:ext cx="1783714" cy="1247775"/>
            </a:xfrm>
            <a:custGeom>
              <a:avLst/>
              <a:gdLst/>
              <a:ahLst/>
              <a:cxnLst/>
              <a:rect l="l" t="t" r="r" b="b"/>
              <a:pathLst>
                <a:path w="1783714" h="1247775">
                  <a:moveTo>
                    <a:pt x="378040" y="0"/>
                  </a:moveTo>
                  <a:lnTo>
                    <a:pt x="0" y="127483"/>
                  </a:lnTo>
                  <a:lnTo>
                    <a:pt x="9298" y="154539"/>
                  </a:lnTo>
                  <a:lnTo>
                    <a:pt x="377548" y="30355"/>
                  </a:lnTo>
                  <a:lnTo>
                    <a:pt x="1778511" y="1247187"/>
                  </a:lnTo>
                  <a:lnTo>
                    <a:pt x="1783715" y="1220915"/>
                  </a:lnTo>
                  <a:lnTo>
                    <a:pt x="378040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45379" y="6889466"/>
              <a:ext cx="488950" cy="425450"/>
            </a:xfrm>
            <a:custGeom>
              <a:avLst/>
              <a:gdLst/>
              <a:ahLst/>
              <a:cxnLst/>
              <a:rect l="l" t="t" r="r" b="b"/>
              <a:pathLst>
                <a:path w="488950" h="425450">
                  <a:moveTo>
                    <a:pt x="0" y="0"/>
                  </a:moveTo>
                  <a:lnTo>
                    <a:pt x="186423" y="163167"/>
                  </a:lnTo>
                  <a:lnTo>
                    <a:pt x="488424" y="425358"/>
                  </a:lnTo>
                  <a:lnTo>
                    <a:pt x="302011" y="262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633466" y="7495032"/>
              <a:ext cx="336550" cy="945515"/>
            </a:xfrm>
            <a:custGeom>
              <a:avLst/>
              <a:gdLst/>
              <a:ahLst/>
              <a:cxnLst/>
              <a:rect l="l" t="t" r="r" b="b"/>
              <a:pathLst>
                <a:path w="336550" h="945515">
                  <a:moveTo>
                    <a:pt x="150110" y="0"/>
                  </a:moveTo>
                  <a:lnTo>
                    <a:pt x="0" y="781798"/>
                  </a:lnTo>
                  <a:lnTo>
                    <a:pt x="186423" y="944955"/>
                  </a:lnTo>
                  <a:lnTo>
                    <a:pt x="336534" y="163167"/>
                  </a:lnTo>
                  <a:lnTo>
                    <a:pt x="150110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783573" y="6889467"/>
              <a:ext cx="1948814" cy="768985"/>
            </a:xfrm>
            <a:custGeom>
              <a:avLst/>
              <a:gdLst/>
              <a:ahLst/>
              <a:cxnLst/>
              <a:rect l="l" t="t" r="r" b="b"/>
              <a:pathLst>
                <a:path w="1948814" h="768984">
                  <a:moveTo>
                    <a:pt x="1761810" y="0"/>
                  </a:moveTo>
                  <a:lnTo>
                    <a:pt x="0" y="605562"/>
                  </a:lnTo>
                  <a:lnTo>
                    <a:pt x="186423" y="768730"/>
                  </a:lnTo>
                  <a:lnTo>
                    <a:pt x="1948233" y="163167"/>
                  </a:lnTo>
                  <a:lnTo>
                    <a:pt x="1761810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9892" y="7052633"/>
              <a:ext cx="2213911" cy="138736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819887" y="7052633"/>
              <a:ext cx="2214245" cy="1387475"/>
            </a:xfrm>
            <a:custGeom>
              <a:avLst/>
              <a:gdLst/>
              <a:ahLst/>
              <a:cxnLst/>
              <a:rect l="l" t="t" r="r" b="b"/>
              <a:pathLst>
                <a:path w="2214245" h="1387475">
                  <a:moveTo>
                    <a:pt x="1911920" y="0"/>
                  </a:moveTo>
                  <a:lnTo>
                    <a:pt x="150110" y="605562"/>
                  </a:lnTo>
                  <a:lnTo>
                    <a:pt x="0" y="1387360"/>
                  </a:lnTo>
                  <a:lnTo>
                    <a:pt x="19842" y="1380533"/>
                  </a:lnTo>
                  <a:lnTo>
                    <a:pt x="165199" y="623467"/>
                  </a:lnTo>
                  <a:lnTo>
                    <a:pt x="1927009" y="17905"/>
                  </a:lnTo>
                  <a:lnTo>
                    <a:pt x="2211545" y="264934"/>
                  </a:lnTo>
                  <a:lnTo>
                    <a:pt x="2213922" y="262190"/>
                  </a:lnTo>
                  <a:lnTo>
                    <a:pt x="191192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157266" y="7093083"/>
              <a:ext cx="1029335" cy="3615054"/>
            </a:xfrm>
            <a:custGeom>
              <a:avLst/>
              <a:gdLst/>
              <a:ahLst/>
              <a:cxnLst/>
              <a:rect l="l" t="t" r="r" b="b"/>
              <a:pathLst>
                <a:path w="1029335" h="3615054">
                  <a:moveTo>
                    <a:pt x="1029193" y="0"/>
                  </a:moveTo>
                  <a:lnTo>
                    <a:pt x="701517" y="113671"/>
                  </a:lnTo>
                  <a:lnTo>
                    <a:pt x="0" y="3614654"/>
                  </a:lnTo>
                  <a:lnTo>
                    <a:pt x="327686" y="3500982"/>
                  </a:lnTo>
                  <a:lnTo>
                    <a:pt x="1029193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588356" y="6857746"/>
              <a:ext cx="598170" cy="349250"/>
            </a:xfrm>
            <a:custGeom>
              <a:avLst/>
              <a:gdLst/>
              <a:ahLst/>
              <a:cxnLst/>
              <a:rect l="l" t="t" r="r" b="b"/>
              <a:pathLst>
                <a:path w="598169" h="349250">
                  <a:moveTo>
                    <a:pt x="327675" y="0"/>
                  </a:moveTo>
                  <a:lnTo>
                    <a:pt x="0" y="113671"/>
                  </a:lnTo>
                  <a:lnTo>
                    <a:pt x="270431" y="349005"/>
                  </a:lnTo>
                  <a:lnTo>
                    <a:pt x="598107" y="235333"/>
                  </a:lnTo>
                  <a:lnTo>
                    <a:pt x="327675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886845" y="6971422"/>
              <a:ext cx="972185" cy="3736340"/>
            </a:xfrm>
            <a:custGeom>
              <a:avLst/>
              <a:gdLst/>
              <a:ahLst/>
              <a:cxnLst/>
              <a:rect l="l" t="t" r="r" b="b"/>
              <a:pathLst>
                <a:path w="972185" h="3736340">
                  <a:moveTo>
                    <a:pt x="701507" y="0"/>
                  </a:moveTo>
                  <a:lnTo>
                    <a:pt x="0" y="3500971"/>
                  </a:lnTo>
                  <a:lnTo>
                    <a:pt x="270421" y="3736315"/>
                  </a:lnTo>
                  <a:lnTo>
                    <a:pt x="971938" y="235333"/>
                  </a:lnTo>
                  <a:lnTo>
                    <a:pt x="701507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98134" y="8190657"/>
              <a:ext cx="638810" cy="683260"/>
            </a:xfrm>
            <a:custGeom>
              <a:avLst/>
              <a:gdLst/>
              <a:ahLst/>
              <a:cxnLst/>
              <a:rect l="l" t="t" r="r" b="b"/>
              <a:pathLst>
                <a:path w="638810" h="683259">
                  <a:moveTo>
                    <a:pt x="452185" y="0"/>
                  </a:moveTo>
                  <a:lnTo>
                    <a:pt x="0" y="519544"/>
                  </a:lnTo>
                  <a:lnTo>
                    <a:pt x="186423" y="682701"/>
                  </a:lnTo>
                  <a:lnTo>
                    <a:pt x="638608" y="163167"/>
                  </a:lnTo>
                  <a:lnTo>
                    <a:pt x="452185" y="0"/>
                  </a:lnTo>
                  <a:close/>
                </a:path>
              </a:pathLst>
            </a:custGeom>
            <a:solidFill>
              <a:srgbClr val="5363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84163" y="8190661"/>
              <a:ext cx="452755" cy="683260"/>
            </a:xfrm>
            <a:custGeom>
              <a:avLst/>
              <a:gdLst/>
              <a:ahLst/>
              <a:cxnLst/>
              <a:rect l="l" t="t" r="r" b="b"/>
              <a:pathLst>
                <a:path w="452755" h="683259">
                  <a:moveTo>
                    <a:pt x="266159" y="0"/>
                  </a:moveTo>
                  <a:lnTo>
                    <a:pt x="252128" y="16114"/>
                  </a:lnTo>
                  <a:lnTo>
                    <a:pt x="438154" y="178926"/>
                  </a:lnTo>
                  <a:lnTo>
                    <a:pt x="0" y="682345"/>
                  </a:lnTo>
                  <a:lnTo>
                    <a:pt x="397" y="682701"/>
                  </a:lnTo>
                  <a:lnTo>
                    <a:pt x="452572" y="163157"/>
                  </a:lnTo>
                  <a:lnTo>
                    <a:pt x="266159" y="0"/>
                  </a:lnTo>
                  <a:close/>
                </a:path>
              </a:pathLst>
            </a:custGeom>
            <a:solidFill>
              <a:srgbClr val="50C7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50320" y="7583111"/>
              <a:ext cx="1948814" cy="770890"/>
            </a:xfrm>
            <a:custGeom>
              <a:avLst/>
              <a:gdLst/>
              <a:ahLst/>
              <a:cxnLst/>
              <a:rect l="l" t="t" r="r" b="b"/>
              <a:pathLst>
                <a:path w="1948814" h="770890">
                  <a:moveTo>
                    <a:pt x="1762103" y="0"/>
                  </a:moveTo>
                  <a:lnTo>
                    <a:pt x="0" y="607552"/>
                  </a:lnTo>
                  <a:lnTo>
                    <a:pt x="186423" y="770709"/>
                  </a:lnTo>
                  <a:lnTo>
                    <a:pt x="1948527" y="163167"/>
                  </a:lnTo>
                  <a:lnTo>
                    <a:pt x="1762103" y="0"/>
                  </a:lnTo>
                  <a:close/>
                </a:path>
              </a:pathLst>
            </a:custGeom>
            <a:solidFill>
              <a:srgbClr val="5363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4561" y="7746276"/>
              <a:ext cx="2214278" cy="1387235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2787497" y="7682350"/>
              <a:ext cx="1863089" cy="1957705"/>
            </a:xfrm>
            <a:custGeom>
              <a:avLst/>
              <a:gdLst/>
              <a:ahLst/>
              <a:cxnLst/>
              <a:rect l="l" t="t" r="r" b="b"/>
              <a:pathLst>
                <a:path w="1863089" h="1957704">
                  <a:moveTo>
                    <a:pt x="1862848" y="1876285"/>
                  </a:moveTo>
                  <a:lnTo>
                    <a:pt x="1639392" y="1222984"/>
                  </a:lnTo>
                  <a:lnTo>
                    <a:pt x="234061" y="0"/>
                  </a:lnTo>
                  <a:lnTo>
                    <a:pt x="0" y="81191"/>
                  </a:lnTo>
                  <a:lnTo>
                    <a:pt x="1405331" y="1304175"/>
                  </a:lnTo>
                  <a:lnTo>
                    <a:pt x="1628800" y="1957476"/>
                  </a:lnTo>
                  <a:lnTo>
                    <a:pt x="1862848" y="1876285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32977" y="7763533"/>
              <a:ext cx="1783317" cy="2003823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2157271" y="7093084"/>
              <a:ext cx="1029335" cy="3615054"/>
            </a:xfrm>
            <a:custGeom>
              <a:avLst/>
              <a:gdLst/>
              <a:ahLst/>
              <a:cxnLst/>
              <a:rect l="l" t="t" r="r" b="b"/>
              <a:pathLst>
                <a:path w="1029335" h="3615054">
                  <a:moveTo>
                    <a:pt x="1029193" y="0"/>
                  </a:moveTo>
                  <a:lnTo>
                    <a:pt x="701517" y="113671"/>
                  </a:lnTo>
                  <a:lnTo>
                    <a:pt x="0" y="3614654"/>
                  </a:lnTo>
                  <a:lnTo>
                    <a:pt x="19999" y="3607712"/>
                  </a:lnTo>
                  <a:lnTo>
                    <a:pt x="716595" y="131577"/>
                  </a:lnTo>
                  <a:lnTo>
                    <a:pt x="1024272" y="24847"/>
                  </a:lnTo>
                  <a:lnTo>
                    <a:pt x="1029193" y="0"/>
                  </a:lnTo>
                  <a:close/>
                </a:path>
              </a:pathLst>
            </a:custGeom>
            <a:solidFill>
              <a:srgbClr val="5C52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84552" y="7746280"/>
              <a:ext cx="2214880" cy="1142365"/>
            </a:xfrm>
            <a:custGeom>
              <a:avLst/>
              <a:gdLst/>
              <a:ahLst/>
              <a:cxnLst/>
              <a:rect l="l" t="t" r="r" b="b"/>
              <a:pathLst>
                <a:path w="2214880" h="1142365">
                  <a:moveTo>
                    <a:pt x="2214299" y="0"/>
                  </a:moveTo>
                  <a:lnTo>
                    <a:pt x="452185" y="607541"/>
                  </a:lnTo>
                  <a:lnTo>
                    <a:pt x="0" y="1127086"/>
                  </a:lnTo>
                  <a:lnTo>
                    <a:pt x="17549" y="1142164"/>
                  </a:lnTo>
                  <a:lnTo>
                    <a:pt x="467273" y="625446"/>
                  </a:lnTo>
                  <a:lnTo>
                    <a:pt x="2209545" y="24742"/>
                  </a:lnTo>
                  <a:lnTo>
                    <a:pt x="2214299" y="0"/>
                  </a:lnTo>
                  <a:close/>
                </a:path>
              </a:pathLst>
            </a:custGeom>
            <a:solidFill>
              <a:srgbClr val="50C7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633044" y="7763530"/>
              <a:ext cx="1783714" cy="1880235"/>
            </a:xfrm>
            <a:custGeom>
              <a:avLst/>
              <a:gdLst/>
              <a:ahLst/>
              <a:cxnLst/>
              <a:rect l="l" t="t" r="r" b="b"/>
              <a:pathLst>
                <a:path w="1783714" h="1880234">
                  <a:moveTo>
                    <a:pt x="154456" y="0"/>
                  </a:moveTo>
                  <a:lnTo>
                    <a:pt x="0" y="780897"/>
                  </a:lnTo>
                  <a:lnTo>
                    <a:pt x="149723" y="24302"/>
                  </a:lnTo>
                  <a:lnTo>
                    <a:pt x="1555062" y="1247291"/>
                  </a:lnTo>
                  <a:lnTo>
                    <a:pt x="1771548" y="1880235"/>
                  </a:lnTo>
                  <a:lnTo>
                    <a:pt x="1783254" y="1876288"/>
                  </a:lnTo>
                  <a:lnTo>
                    <a:pt x="1559795" y="1222988"/>
                  </a:lnTo>
                  <a:lnTo>
                    <a:pt x="154456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952144" y="6672903"/>
              <a:ext cx="3415665" cy="2727325"/>
            </a:xfrm>
            <a:custGeom>
              <a:avLst/>
              <a:gdLst/>
              <a:ahLst/>
              <a:cxnLst/>
              <a:rect l="l" t="t" r="r" b="b"/>
              <a:pathLst>
                <a:path w="3415665" h="2727325">
                  <a:moveTo>
                    <a:pt x="211861" y="1995322"/>
                  </a:moveTo>
                  <a:lnTo>
                    <a:pt x="155359" y="2014804"/>
                  </a:lnTo>
                  <a:lnTo>
                    <a:pt x="150164" y="2029929"/>
                  </a:lnTo>
                  <a:lnTo>
                    <a:pt x="140373" y="2043734"/>
                  </a:lnTo>
                  <a:lnTo>
                    <a:pt x="126492" y="2055304"/>
                  </a:lnTo>
                  <a:lnTo>
                    <a:pt x="109029" y="2063750"/>
                  </a:lnTo>
                  <a:lnTo>
                    <a:pt x="86652" y="2067598"/>
                  </a:lnTo>
                  <a:lnTo>
                    <a:pt x="69037" y="2063089"/>
                  </a:lnTo>
                  <a:lnTo>
                    <a:pt x="57238" y="2051329"/>
                  </a:lnTo>
                  <a:lnTo>
                    <a:pt x="52298" y="2033460"/>
                  </a:lnTo>
                  <a:lnTo>
                    <a:pt x="55118" y="2013038"/>
                  </a:lnTo>
                  <a:lnTo>
                    <a:pt x="65227" y="1993785"/>
                  </a:lnTo>
                  <a:lnTo>
                    <a:pt x="81737" y="1977517"/>
                  </a:lnTo>
                  <a:lnTo>
                    <a:pt x="103759" y="1966074"/>
                  </a:lnTo>
                  <a:lnTo>
                    <a:pt x="122301" y="1962315"/>
                  </a:lnTo>
                  <a:lnTo>
                    <a:pt x="137248" y="1964524"/>
                  </a:lnTo>
                  <a:lnTo>
                    <a:pt x="148056" y="1971979"/>
                  </a:lnTo>
                  <a:lnTo>
                    <a:pt x="154203" y="1984032"/>
                  </a:lnTo>
                  <a:lnTo>
                    <a:pt x="210756" y="1964537"/>
                  </a:lnTo>
                  <a:lnTo>
                    <a:pt x="198424" y="1940026"/>
                  </a:lnTo>
                  <a:lnTo>
                    <a:pt x="174688" y="1925421"/>
                  </a:lnTo>
                  <a:lnTo>
                    <a:pt x="141744" y="1921776"/>
                  </a:lnTo>
                  <a:lnTo>
                    <a:pt x="101828" y="1930120"/>
                  </a:lnTo>
                  <a:lnTo>
                    <a:pt x="58902" y="1951545"/>
                  </a:lnTo>
                  <a:lnTo>
                    <a:pt x="26212" y="1981034"/>
                  </a:lnTo>
                  <a:lnTo>
                    <a:pt x="5880" y="2015413"/>
                  </a:lnTo>
                  <a:lnTo>
                    <a:pt x="0" y="2051494"/>
                  </a:lnTo>
                  <a:lnTo>
                    <a:pt x="9664" y="2082317"/>
                  </a:lnTo>
                  <a:lnTo>
                    <a:pt x="32969" y="2101710"/>
                  </a:lnTo>
                  <a:lnTo>
                    <a:pt x="67525" y="2108047"/>
                  </a:lnTo>
                  <a:lnTo>
                    <a:pt x="110972" y="2099703"/>
                  </a:lnTo>
                  <a:lnTo>
                    <a:pt x="149479" y="2081237"/>
                  </a:lnTo>
                  <a:lnTo>
                    <a:pt x="180416" y="2056117"/>
                  </a:lnTo>
                  <a:lnTo>
                    <a:pt x="201866" y="2026704"/>
                  </a:lnTo>
                  <a:lnTo>
                    <a:pt x="211861" y="1995322"/>
                  </a:lnTo>
                  <a:close/>
                </a:path>
                <a:path w="3415665" h="2727325">
                  <a:moveTo>
                    <a:pt x="408863" y="224878"/>
                  </a:moveTo>
                  <a:lnTo>
                    <a:pt x="407530" y="173951"/>
                  </a:lnTo>
                  <a:lnTo>
                    <a:pt x="394931" y="124028"/>
                  </a:lnTo>
                  <a:lnTo>
                    <a:pt x="371563" y="77876"/>
                  </a:lnTo>
                  <a:lnTo>
                    <a:pt x="337870" y="38265"/>
                  </a:lnTo>
                  <a:lnTo>
                    <a:pt x="294195" y="9220"/>
                  </a:lnTo>
                  <a:lnTo>
                    <a:pt x="250583" y="0"/>
                  </a:lnTo>
                  <a:lnTo>
                    <a:pt x="209410" y="9575"/>
                  </a:lnTo>
                  <a:lnTo>
                    <a:pt x="173062" y="36893"/>
                  </a:lnTo>
                  <a:lnTo>
                    <a:pt x="143916" y="80886"/>
                  </a:lnTo>
                  <a:lnTo>
                    <a:pt x="128168" y="126072"/>
                  </a:lnTo>
                  <a:lnTo>
                    <a:pt x="122288" y="173304"/>
                  </a:lnTo>
                  <a:lnTo>
                    <a:pt x="126111" y="220637"/>
                  </a:lnTo>
                  <a:lnTo>
                    <a:pt x="139471" y="266103"/>
                  </a:lnTo>
                  <a:lnTo>
                    <a:pt x="162229" y="307708"/>
                  </a:lnTo>
                  <a:lnTo>
                    <a:pt x="194195" y="343509"/>
                  </a:lnTo>
                  <a:lnTo>
                    <a:pt x="233616" y="369951"/>
                  </a:lnTo>
                  <a:lnTo>
                    <a:pt x="273075" y="381215"/>
                  </a:lnTo>
                  <a:lnTo>
                    <a:pt x="310654" y="377736"/>
                  </a:lnTo>
                  <a:lnTo>
                    <a:pt x="344436" y="359956"/>
                  </a:lnTo>
                  <a:lnTo>
                    <a:pt x="372516" y="328345"/>
                  </a:lnTo>
                  <a:lnTo>
                    <a:pt x="307454" y="270090"/>
                  </a:lnTo>
                  <a:lnTo>
                    <a:pt x="289648" y="287528"/>
                  </a:lnTo>
                  <a:lnTo>
                    <a:pt x="269087" y="295287"/>
                  </a:lnTo>
                  <a:lnTo>
                    <a:pt x="247027" y="292620"/>
                  </a:lnTo>
                  <a:lnTo>
                    <a:pt x="224663" y="278803"/>
                  </a:lnTo>
                  <a:lnTo>
                    <a:pt x="202247" y="249148"/>
                  </a:lnTo>
                  <a:lnTo>
                    <a:pt x="191414" y="212852"/>
                  </a:lnTo>
                  <a:lnTo>
                    <a:pt x="192049" y="173545"/>
                  </a:lnTo>
                  <a:lnTo>
                    <a:pt x="204000" y="134899"/>
                  </a:lnTo>
                  <a:lnTo>
                    <a:pt x="224751" y="104419"/>
                  </a:lnTo>
                  <a:lnTo>
                    <a:pt x="250494" y="87833"/>
                  </a:lnTo>
                  <a:lnTo>
                    <a:pt x="278841" y="86779"/>
                  </a:lnTo>
                  <a:lnTo>
                    <a:pt x="307416" y="102958"/>
                  </a:lnTo>
                  <a:lnTo>
                    <a:pt x="326212" y="126669"/>
                  </a:lnTo>
                  <a:lnTo>
                    <a:pt x="336753" y="154711"/>
                  </a:lnTo>
                  <a:lnTo>
                    <a:pt x="339191" y="185039"/>
                  </a:lnTo>
                  <a:lnTo>
                    <a:pt x="333679" y="215607"/>
                  </a:lnTo>
                  <a:lnTo>
                    <a:pt x="398487" y="274027"/>
                  </a:lnTo>
                  <a:lnTo>
                    <a:pt x="408863" y="224878"/>
                  </a:lnTo>
                  <a:close/>
                </a:path>
                <a:path w="3415665" h="2727325">
                  <a:moveTo>
                    <a:pt x="412826" y="1991855"/>
                  </a:moveTo>
                  <a:lnTo>
                    <a:pt x="399948" y="1976513"/>
                  </a:lnTo>
                  <a:lnTo>
                    <a:pt x="382600" y="1955838"/>
                  </a:lnTo>
                  <a:lnTo>
                    <a:pt x="377431" y="1949691"/>
                  </a:lnTo>
                  <a:lnTo>
                    <a:pt x="403440" y="1905000"/>
                  </a:lnTo>
                  <a:lnTo>
                    <a:pt x="404647" y="1889556"/>
                  </a:lnTo>
                  <a:lnTo>
                    <a:pt x="399211" y="1868716"/>
                  </a:lnTo>
                  <a:lnTo>
                    <a:pt x="385178" y="1854339"/>
                  </a:lnTo>
                  <a:lnTo>
                    <a:pt x="362839" y="1848751"/>
                  </a:lnTo>
                  <a:lnTo>
                    <a:pt x="350075" y="1851075"/>
                  </a:lnTo>
                  <a:lnTo>
                    <a:pt x="350075" y="1908352"/>
                  </a:lnTo>
                  <a:lnTo>
                    <a:pt x="348526" y="1918538"/>
                  </a:lnTo>
                  <a:lnTo>
                    <a:pt x="343230" y="1927796"/>
                  </a:lnTo>
                  <a:lnTo>
                    <a:pt x="334708" y="1935530"/>
                  </a:lnTo>
                  <a:lnTo>
                    <a:pt x="323443" y="1941106"/>
                  </a:lnTo>
                  <a:lnTo>
                    <a:pt x="280657" y="1955838"/>
                  </a:lnTo>
                  <a:lnTo>
                    <a:pt x="278409" y="1909495"/>
                  </a:lnTo>
                  <a:lnTo>
                    <a:pt x="321246" y="1894738"/>
                  </a:lnTo>
                  <a:lnTo>
                    <a:pt x="332689" y="1892490"/>
                  </a:lnTo>
                  <a:lnTo>
                    <a:pt x="341668" y="1894179"/>
                  </a:lnTo>
                  <a:lnTo>
                    <a:pt x="347637" y="1899551"/>
                  </a:lnTo>
                  <a:lnTo>
                    <a:pt x="350075" y="1908352"/>
                  </a:lnTo>
                  <a:lnTo>
                    <a:pt x="350075" y="1851075"/>
                  </a:lnTo>
                  <a:lnTo>
                    <a:pt x="332003" y="1854339"/>
                  </a:lnTo>
                  <a:lnTo>
                    <a:pt x="332206" y="1854339"/>
                  </a:lnTo>
                  <a:lnTo>
                    <a:pt x="221996" y="1892325"/>
                  </a:lnTo>
                  <a:lnTo>
                    <a:pt x="230174" y="2054809"/>
                  </a:lnTo>
                  <a:lnTo>
                    <a:pt x="284568" y="2036064"/>
                  </a:lnTo>
                  <a:lnTo>
                    <a:pt x="282422" y="1991855"/>
                  </a:lnTo>
                  <a:lnTo>
                    <a:pt x="326923" y="1976513"/>
                  </a:lnTo>
                  <a:lnTo>
                    <a:pt x="356870" y="2011133"/>
                  </a:lnTo>
                  <a:lnTo>
                    <a:pt x="412826" y="1991855"/>
                  </a:lnTo>
                  <a:close/>
                </a:path>
                <a:path w="3415665" h="2727325">
                  <a:moveTo>
                    <a:pt x="591261" y="1930361"/>
                  </a:moveTo>
                  <a:lnTo>
                    <a:pt x="589800" y="1893519"/>
                  </a:lnTo>
                  <a:lnTo>
                    <a:pt x="489077" y="1928241"/>
                  </a:lnTo>
                  <a:lnTo>
                    <a:pt x="481114" y="1930984"/>
                  </a:lnTo>
                  <a:lnTo>
                    <a:pt x="475615" y="1928533"/>
                  </a:lnTo>
                  <a:lnTo>
                    <a:pt x="474573" y="1904415"/>
                  </a:lnTo>
                  <a:lnTo>
                    <a:pt x="586473" y="1865845"/>
                  </a:lnTo>
                  <a:lnTo>
                    <a:pt x="585050" y="1829739"/>
                  </a:lnTo>
                  <a:lnTo>
                    <a:pt x="473036" y="1868335"/>
                  </a:lnTo>
                  <a:lnTo>
                    <a:pt x="471982" y="1843506"/>
                  </a:lnTo>
                  <a:lnTo>
                    <a:pt x="586295" y="1804111"/>
                  </a:lnTo>
                  <a:lnTo>
                    <a:pt x="584847" y="1767268"/>
                  </a:lnTo>
                  <a:lnTo>
                    <a:pt x="415747" y="1825561"/>
                  </a:lnTo>
                  <a:lnTo>
                    <a:pt x="421233" y="1949081"/>
                  </a:lnTo>
                  <a:lnTo>
                    <a:pt x="425437" y="1963953"/>
                  </a:lnTo>
                  <a:lnTo>
                    <a:pt x="435876" y="1972945"/>
                  </a:lnTo>
                  <a:lnTo>
                    <a:pt x="451573" y="1975624"/>
                  </a:lnTo>
                  <a:lnTo>
                    <a:pt x="471614" y="1971586"/>
                  </a:lnTo>
                  <a:lnTo>
                    <a:pt x="591261" y="1930361"/>
                  </a:lnTo>
                  <a:close/>
                </a:path>
                <a:path w="3415665" h="2727325">
                  <a:moveTo>
                    <a:pt x="642480" y="388658"/>
                  </a:moveTo>
                  <a:lnTo>
                    <a:pt x="632650" y="341274"/>
                  </a:lnTo>
                  <a:lnTo>
                    <a:pt x="618604" y="312242"/>
                  </a:lnTo>
                  <a:lnTo>
                    <a:pt x="611390" y="297319"/>
                  </a:lnTo>
                  <a:lnTo>
                    <a:pt x="579107" y="259168"/>
                  </a:lnTo>
                  <a:lnTo>
                    <a:pt x="573481" y="255320"/>
                  </a:lnTo>
                  <a:lnTo>
                    <a:pt x="573481" y="371221"/>
                  </a:lnTo>
                  <a:lnTo>
                    <a:pt x="573468" y="397192"/>
                  </a:lnTo>
                  <a:lnTo>
                    <a:pt x="566432" y="421424"/>
                  </a:lnTo>
                  <a:lnTo>
                    <a:pt x="546950" y="464083"/>
                  </a:lnTo>
                  <a:lnTo>
                    <a:pt x="532130" y="450786"/>
                  </a:lnTo>
                  <a:lnTo>
                    <a:pt x="459270" y="385432"/>
                  </a:lnTo>
                  <a:lnTo>
                    <a:pt x="479018" y="342595"/>
                  </a:lnTo>
                  <a:lnTo>
                    <a:pt x="491896" y="323443"/>
                  </a:lnTo>
                  <a:lnTo>
                    <a:pt x="508774" y="312623"/>
                  </a:lnTo>
                  <a:lnTo>
                    <a:pt x="528320" y="312242"/>
                  </a:lnTo>
                  <a:lnTo>
                    <a:pt x="549173" y="324396"/>
                  </a:lnTo>
                  <a:lnTo>
                    <a:pt x="565658" y="346100"/>
                  </a:lnTo>
                  <a:lnTo>
                    <a:pt x="573481" y="371221"/>
                  </a:lnTo>
                  <a:lnTo>
                    <a:pt x="573481" y="255320"/>
                  </a:lnTo>
                  <a:lnTo>
                    <a:pt x="541223" y="233222"/>
                  </a:lnTo>
                  <a:lnTo>
                    <a:pt x="503999" y="224028"/>
                  </a:lnTo>
                  <a:lnTo>
                    <a:pt x="469150" y="231152"/>
                  </a:lnTo>
                  <a:lnTo>
                    <a:pt x="438429" y="254139"/>
                  </a:lnTo>
                  <a:lnTo>
                    <a:pt x="413562" y="292582"/>
                  </a:lnTo>
                  <a:lnTo>
                    <a:pt x="336181" y="459333"/>
                  </a:lnTo>
                  <a:lnTo>
                    <a:pt x="399440" y="515188"/>
                  </a:lnTo>
                  <a:lnTo>
                    <a:pt x="429133" y="450786"/>
                  </a:lnTo>
                  <a:lnTo>
                    <a:pt x="517220" y="529170"/>
                  </a:lnTo>
                  <a:lnTo>
                    <a:pt x="487921" y="593305"/>
                  </a:lnTo>
                  <a:lnTo>
                    <a:pt x="551180" y="649160"/>
                  </a:lnTo>
                  <a:lnTo>
                    <a:pt x="626071" y="484085"/>
                  </a:lnTo>
                  <a:lnTo>
                    <a:pt x="632180" y="464083"/>
                  </a:lnTo>
                  <a:lnTo>
                    <a:pt x="640435" y="437057"/>
                  </a:lnTo>
                  <a:lnTo>
                    <a:pt x="642480" y="388658"/>
                  </a:lnTo>
                  <a:close/>
                </a:path>
                <a:path w="3415665" h="2727325">
                  <a:moveTo>
                    <a:pt x="734148" y="2048459"/>
                  </a:moveTo>
                  <a:lnTo>
                    <a:pt x="678040" y="2067801"/>
                  </a:lnTo>
                  <a:lnTo>
                    <a:pt x="672680" y="2082977"/>
                  </a:lnTo>
                  <a:lnTo>
                    <a:pt x="662800" y="2096820"/>
                  </a:lnTo>
                  <a:lnTo>
                    <a:pt x="648919" y="2108403"/>
                  </a:lnTo>
                  <a:lnTo>
                    <a:pt x="631532" y="2116823"/>
                  </a:lnTo>
                  <a:lnTo>
                    <a:pt x="609371" y="2120595"/>
                  </a:lnTo>
                  <a:lnTo>
                    <a:pt x="592035" y="2115972"/>
                  </a:lnTo>
                  <a:lnTo>
                    <a:pt x="580542" y="2104110"/>
                  </a:lnTo>
                  <a:lnTo>
                    <a:pt x="575932" y="2086140"/>
                  </a:lnTo>
                  <a:lnTo>
                    <a:pt x="579018" y="2065616"/>
                  </a:lnTo>
                  <a:lnTo>
                    <a:pt x="589292" y="2046300"/>
                  </a:lnTo>
                  <a:lnTo>
                    <a:pt x="605853" y="2030018"/>
                  </a:lnTo>
                  <a:lnTo>
                    <a:pt x="627773" y="2018614"/>
                  </a:lnTo>
                  <a:lnTo>
                    <a:pt x="646150" y="2014918"/>
                  </a:lnTo>
                  <a:lnTo>
                    <a:pt x="660882" y="2017191"/>
                  </a:lnTo>
                  <a:lnTo>
                    <a:pt x="671461" y="2024735"/>
                  </a:lnTo>
                  <a:lnTo>
                    <a:pt x="677341" y="2036876"/>
                  </a:lnTo>
                  <a:lnTo>
                    <a:pt x="733513" y="2017509"/>
                  </a:lnTo>
                  <a:lnTo>
                    <a:pt x="721690" y="1992833"/>
                  </a:lnTo>
                  <a:lnTo>
                    <a:pt x="698449" y="1978050"/>
                  </a:lnTo>
                  <a:lnTo>
                    <a:pt x="665962" y="1974240"/>
                  </a:lnTo>
                  <a:lnTo>
                    <a:pt x="626402" y="1982470"/>
                  </a:lnTo>
                  <a:lnTo>
                    <a:pt x="583666" y="2003818"/>
                  </a:lnTo>
                  <a:lnTo>
                    <a:pt x="550938" y="2033333"/>
                  </a:lnTo>
                  <a:lnTo>
                    <a:pt x="530339" y="2067801"/>
                  </a:lnTo>
                  <a:lnTo>
                    <a:pt x="523989" y="2104047"/>
                  </a:lnTo>
                  <a:lnTo>
                    <a:pt x="533082" y="2135060"/>
                  </a:lnTo>
                  <a:lnTo>
                    <a:pt x="555828" y="2154644"/>
                  </a:lnTo>
                  <a:lnTo>
                    <a:pt x="589876" y="2161159"/>
                  </a:lnTo>
                  <a:lnTo>
                    <a:pt x="632917" y="2152954"/>
                  </a:lnTo>
                  <a:lnTo>
                    <a:pt x="671233" y="2134552"/>
                  </a:lnTo>
                  <a:lnTo>
                    <a:pt x="702183" y="2109444"/>
                  </a:lnTo>
                  <a:lnTo>
                    <a:pt x="723811" y="2079955"/>
                  </a:lnTo>
                  <a:lnTo>
                    <a:pt x="734148" y="2048459"/>
                  </a:lnTo>
                  <a:close/>
                </a:path>
                <a:path w="3415665" h="2727325">
                  <a:moveTo>
                    <a:pt x="746620" y="1561007"/>
                  </a:moveTo>
                  <a:lnTo>
                    <a:pt x="743724" y="1549273"/>
                  </a:lnTo>
                  <a:lnTo>
                    <a:pt x="738911" y="1529803"/>
                  </a:lnTo>
                  <a:lnTo>
                    <a:pt x="718464" y="1510779"/>
                  </a:lnTo>
                  <a:lnTo>
                    <a:pt x="691705" y="1506397"/>
                  </a:lnTo>
                  <a:lnTo>
                    <a:pt x="691705" y="1579943"/>
                  </a:lnTo>
                  <a:lnTo>
                    <a:pt x="688352" y="1601901"/>
                  </a:lnTo>
                  <a:lnTo>
                    <a:pt x="676935" y="1620151"/>
                  </a:lnTo>
                  <a:lnTo>
                    <a:pt x="657987" y="1634947"/>
                  </a:lnTo>
                  <a:lnTo>
                    <a:pt x="632040" y="1646542"/>
                  </a:lnTo>
                  <a:lnTo>
                    <a:pt x="620229" y="1650619"/>
                  </a:lnTo>
                  <a:lnTo>
                    <a:pt x="617931" y="1649590"/>
                  </a:lnTo>
                  <a:lnTo>
                    <a:pt x="614553" y="1561007"/>
                  </a:lnTo>
                  <a:lnTo>
                    <a:pt x="614540" y="1560499"/>
                  </a:lnTo>
                  <a:lnTo>
                    <a:pt x="628611" y="1555648"/>
                  </a:lnTo>
                  <a:lnTo>
                    <a:pt x="654812" y="1549273"/>
                  </a:lnTo>
                  <a:lnTo>
                    <a:pt x="674408" y="1550784"/>
                  </a:lnTo>
                  <a:lnTo>
                    <a:pt x="686866" y="1560804"/>
                  </a:lnTo>
                  <a:lnTo>
                    <a:pt x="691705" y="1579943"/>
                  </a:lnTo>
                  <a:lnTo>
                    <a:pt x="691705" y="1506397"/>
                  </a:lnTo>
                  <a:lnTo>
                    <a:pt x="685495" y="1505369"/>
                  </a:lnTo>
                  <a:lnTo>
                    <a:pt x="640219" y="1515033"/>
                  </a:lnTo>
                  <a:lnTo>
                    <a:pt x="558114" y="1543342"/>
                  </a:lnTo>
                  <a:lnTo>
                    <a:pt x="563041" y="1667065"/>
                  </a:lnTo>
                  <a:lnTo>
                    <a:pt x="567207" y="1681949"/>
                  </a:lnTo>
                  <a:lnTo>
                    <a:pt x="577646" y="1690941"/>
                  </a:lnTo>
                  <a:lnTo>
                    <a:pt x="593432" y="1693595"/>
                  </a:lnTo>
                  <a:lnTo>
                    <a:pt x="613600" y="1689519"/>
                  </a:lnTo>
                  <a:lnTo>
                    <a:pt x="690968" y="1656918"/>
                  </a:lnTo>
                  <a:lnTo>
                    <a:pt x="722655" y="1629219"/>
                  </a:lnTo>
                  <a:lnTo>
                    <a:pt x="741235" y="1596732"/>
                  </a:lnTo>
                  <a:lnTo>
                    <a:pt x="746620" y="1561007"/>
                  </a:lnTo>
                  <a:close/>
                </a:path>
                <a:path w="3415665" h="2727325">
                  <a:moveTo>
                    <a:pt x="795108" y="1860092"/>
                  </a:moveTo>
                  <a:lnTo>
                    <a:pt x="794524" y="1842490"/>
                  </a:lnTo>
                  <a:lnTo>
                    <a:pt x="794181" y="1831873"/>
                  </a:lnTo>
                  <a:lnTo>
                    <a:pt x="792137" y="1770316"/>
                  </a:lnTo>
                  <a:lnTo>
                    <a:pt x="792086" y="1768576"/>
                  </a:lnTo>
                  <a:lnTo>
                    <a:pt x="791997" y="1766189"/>
                  </a:lnTo>
                  <a:lnTo>
                    <a:pt x="789978" y="1759038"/>
                  </a:lnTo>
                  <a:lnTo>
                    <a:pt x="784288" y="1738871"/>
                  </a:lnTo>
                  <a:lnTo>
                    <a:pt x="764565" y="1722297"/>
                  </a:lnTo>
                  <a:lnTo>
                    <a:pt x="738174" y="1717967"/>
                  </a:lnTo>
                  <a:lnTo>
                    <a:pt x="738174" y="1805597"/>
                  </a:lnTo>
                  <a:lnTo>
                    <a:pt x="661936" y="1831873"/>
                  </a:lnTo>
                  <a:lnTo>
                    <a:pt x="670052" y="1781644"/>
                  </a:lnTo>
                  <a:lnTo>
                    <a:pt x="714463" y="1759038"/>
                  </a:lnTo>
                  <a:lnTo>
                    <a:pt x="726694" y="1762125"/>
                  </a:lnTo>
                  <a:lnTo>
                    <a:pt x="734402" y="1769999"/>
                  </a:lnTo>
                  <a:lnTo>
                    <a:pt x="737336" y="1781403"/>
                  </a:lnTo>
                  <a:lnTo>
                    <a:pt x="738174" y="1805597"/>
                  </a:lnTo>
                  <a:lnTo>
                    <a:pt x="738174" y="1717967"/>
                  </a:lnTo>
                  <a:lnTo>
                    <a:pt x="696683" y="1725091"/>
                  </a:lnTo>
                  <a:lnTo>
                    <a:pt x="659028" y="1743481"/>
                  </a:lnTo>
                  <a:lnTo>
                    <a:pt x="630275" y="1768576"/>
                  </a:lnTo>
                  <a:lnTo>
                    <a:pt x="606615" y="1830082"/>
                  </a:lnTo>
                  <a:lnTo>
                    <a:pt x="610247" y="1923808"/>
                  </a:lnTo>
                  <a:lnTo>
                    <a:pt x="664641" y="1905063"/>
                  </a:lnTo>
                  <a:lnTo>
                    <a:pt x="663295" y="1868741"/>
                  </a:lnTo>
                  <a:lnTo>
                    <a:pt x="739444" y="1842490"/>
                  </a:lnTo>
                  <a:lnTo>
                    <a:pt x="740714" y="1878838"/>
                  </a:lnTo>
                  <a:lnTo>
                    <a:pt x="795108" y="1860092"/>
                  </a:lnTo>
                  <a:close/>
                </a:path>
                <a:path w="3415665" h="2727325">
                  <a:moveTo>
                    <a:pt x="934935" y="2045055"/>
                  </a:moveTo>
                  <a:lnTo>
                    <a:pt x="934415" y="2027262"/>
                  </a:lnTo>
                  <a:lnTo>
                    <a:pt x="934110" y="2016417"/>
                  </a:lnTo>
                  <a:lnTo>
                    <a:pt x="932319" y="1954834"/>
                  </a:lnTo>
                  <a:lnTo>
                    <a:pt x="905154" y="1906993"/>
                  </a:lnTo>
                  <a:lnTo>
                    <a:pt x="878662" y="1902536"/>
                  </a:lnTo>
                  <a:lnTo>
                    <a:pt x="878662" y="1990318"/>
                  </a:lnTo>
                  <a:lnTo>
                    <a:pt x="802957" y="2016417"/>
                  </a:lnTo>
                  <a:lnTo>
                    <a:pt x="811187" y="1966150"/>
                  </a:lnTo>
                  <a:lnTo>
                    <a:pt x="855319" y="1943633"/>
                  </a:lnTo>
                  <a:lnTo>
                    <a:pt x="867435" y="1946770"/>
                  </a:lnTo>
                  <a:lnTo>
                    <a:pt x="875055" y="1954669"/>
                  </a:lnTo>
                  <a:lnTo>
                    <a:pt x="877925" y="1966150"/>
                  </a:lnTo>
                  <a:lnTo>
                    <a:pt x="878662" y="1990318"/>
                  </a:lnTo>
                  <a:lnTo>
                    <a:pt x="878662" y="1902536"/>
                  </a:lnTo>
                  <a:lnTo>
                    <a:pt x="837819" y="1909597"/>
                  </a:lnTo>
                  <a:lnTo>
                    <a:pt x="800404" y="1927910"/>
                  </a:lnTo>
                  <a:lnTo>
                    <a:pt x="753757" y="1982546"/>
                  </a:lnTo>
                  <a:lnTo>
                    <a:pt x="748093" y="2014474"/>
                  </a:lnTo>
                  <a:lnTo>
                    <a:pt x="751357" y="2108327"/>
                  </a:lnTo>
                  <a:lnTo>
                    <a:pt x="805370" y="2089708"/>
                  </a:lnTo>
                  <a:lnTo>
                    <a:pt x="804164" y="2053336"/>
                  </a:lnTo>
                  <a:lnTo>
                    <a:pt x="879792" y="2027262"/>
                  </a:lnTo>
                  <a:lnTo>
                    <a:pt x="880922" y="2063673"/>
                  </a:lnTo>
                  <a:lnTo>
                    <a:pt x="934935" y="2045055"/>
                  </a:lnTo>
                  <a:close/>
                </a:path>
                <a:path w="3415665" h="2727325">
                  <a:moveTo>
                    <a:pt x="953579" y="1572336"/>
                  </a:moveTo>
                  <a:lnTo>
                    <a:pt x="953084" y="1554797"/>
                  </a:lnTo>
                  <a:lnTo>
                    <a:pt x="952779" y="1544294"/>
                  </a:lnTo>
                  <a:lnTo>
                    <a:pt x="951052" y="1482598"/>
                  </a:lnTo>
                  <a:lnTo>
                    <a:pt x="923569" y="1434350"/>
                  </a:lnTo>
                  <a:lnTo>
                    <a:pt x="896607" y="1429994"/>
                  </a:lnTo>
                  <a:lnTo>
                    <a:pt x="896607" y="1517840"/>
                  </a:lnTo>
                  <a:lnTo>
                    <a:pt x="819848" y="1544294"/>
                  </a:lnTo>
                  <a:lnTo>
                    <a:pt x="828268" y="1493977"/>
                  </a:lnTo>
                  <a:lnTo>
                    <a:pt x="856259" y="1474317"/>
                  </a:lnTo>
                  <a:lnTo>
                    <a:pt x="855878" y="1474317"/>
                  </a:lnTo>
                  <a:lnTo>
                    <a:pt x="873023" y="1471244"/>
                  </a:lnTo>
                  <a:lnTo>
                    <a:pt x="885291" y="1474317"/>
                  </a:lnTo>
                  <a:lnTo>
                    <a:pt x="893013" y="1482191"/>
                  </a:lnTo>
                  <a:lnTo>
                    <a:pt x="895883" y="1493621"/>
                  </a:lnTo>
                  <a:lnTo>
                    <a:pt x="896607" y="1517840"/>
                  </a:lnTo>
                  <a:lnTo>
                    <a:pt x="896607" y="1429994"/>
                  </a:lnTo>
                  <a:lnTo>
                    <a:pt x="855319" y="1437271"/>
                  </a:lnTo>
                  <a:lnTo>
                    <a:pt x="817384" y="1455762"/>
                  </a:lnTo>
                  <a:lnTo>
                    <a:pt x="788352" y="1480947"/>
                  </a:lnTo>
                  <a:lnTo>
                    <a:pt x="764260" y="1542605"/>
                  </a:lnTo>
                  <a:lnTo>
                    <a:pt x="767435" y="1636496"/>
                  </a:lnTo>
                  <a:lnTo>
                    <a:pt x="822198" y="1617611"/>
                  </a:lnTo>
                  <a:lnTo>
                    <a:pt x="821029" y="1581226"/>
                  </a:lnTo>
                  <a:lnTo>
                    <a:pt x="897712" y="1554797"/>
                  </a:lnTo>
                  <a:lnTo>
                    <a:pt x="898804" y="1591221"/>
                  </a:lnTo>
                  <a:lnTo>
                    <a:pt x="953579" y="1572336"/>
                  </a:lnTo>
                  <a:close/>
                </a:path>
                <a:path w="3415665" h="2727325">
                  <a:moveTo>
                    <a:pt x="957249" y="634809"/>
                  </a:moveTo>
                  <a:lnTo>
                    <a:pt x="947813" y="604456"/>
                  </a:lnTo>
                  <a:lnTo>
                    <a:pt x="927646" y="578319"/>
                  </a:lnTo>
                  <a:lnTo>
                    <a:pt x="906030" y="563943"/>
                  </a:lnTo>
                  <a:lnTo>
                    <a:pt x="884047" y="559638"/>
                  </a:lnTo>
                  <a:lnTo>
                    <a:pt x="863117" y="566115"/>
                  </a:lnTo>
                  <a:lnTo>
                    <a:pt x="844677" y="584047"/>
                  </a:lnTo>
                  <a:lnTo>
                    <a:pt x="750735" y="719086"/>
                  </a:lnTo>
                  <a:lnTo>
                    <a:pt x="748169" y="716800"/>
                  </a:lnTo>
                  <a:lnTo>
                    <a:pt x="794092" y="538048"/>
                  </a:lnTo>
                  <a:lnTo>
                    <a:pt x="797725" y="506437"/>
                  </a:lnTo>
                  <a:lnTo>
                    <a:pt x="793051" y="476415"/>
                  </a:lnTo>
                  <a:lnTo>
                    <a:pt x="781113" y="449580"/>
                  </a:lnTo>
                  <a:lnTo>
                    <a:pt x="762914" y="427482"/>
                  </a:lnTo>
                  <a:lnTo>
                    <a:pt x="737857" y="412369"/>
                  </a:lnTo>
                  <a:lnTo>
                    <a:pt x="714527" y="413194"/>
                  </a:lnTo>
                  <a:lnTo>
                    <a:pt x="693674" y="428637"/>
                  </a:lnTo>
                  <a:lnTo>
                    <a:pt x="676021" y="457365"/>
                  </a:lnTo>
                  <a:lnTo>
                    <a:pt x="578243" y="673493"/>
                  </a:lnTo>
                  <a:lnTo>
                    <a:pt x="636371" y="724814"/>
                  </a:lnTo>
                  <a:lnTo>
                    <a:pt x="730580" y="515239"/>
                  </a:lnTo>
                  <a:lnTo>
                    <a:pt x="732612" y="517080"/>
                  </a:lnTo>
                  <a:lnTo>
                    <a:pt x="686181" y="696188"/>
                  </a:lnTo>
                  <a:lnTo>
                    <a:pt x="681723" y="726922"/>
                  </a:lnTo>
                  <a:lnTo>
                    <a:pt x="684593" y="754964"/>
                  </a:lnTo>
                  <a:lnTo>
                    <a:pt x="694842" y="779767"/>
                  </a:lnTo>
                  <a:lnTo>
                    <a:pt x="712533" y="800760"/>
                  </a:lnTo>
                  <a:lnTo>
                    <a:pt x="733653" y="814044"/>
                  </a:lnTo>
                  <a:lnTo>
                    <a:pt x="753960" y="816330"/>
                  </a:lnTo>
                  <a:lnTo>
                    <a:pt x="773099" y="807897"/>
                  </a:lnTo>
                  <a:lnTo>
                    <a:pt x="790727" y="789076"/>
                  </a:lnTo>
                  <a:lnTo>
                    <a:pt x="884135" y="654392"/>
                  </a:lnTo>
                  <a:lnTo>
                    <a:pt x="886167" y="656234"/>
                  </a:lnTo>
                  <a:lnTo>
                    <a:pt x="794283" y="864222"/>
                  </a:lnTo>
                  <a:lnTo>
                    <a:pt x="852411" y="915543"/>
                  </a:lnTo>
                  <a:lnTo>
                    <a:pt x="946023" y="702233"/>
                  </a:lnTo>
                  <a:lnTo>
                    <a:pt x="956475" y="667893"/>
                  </a:lnTo>
                  <a:lnTo>
                    <a:pt x="957249" y="634809"/>
                  </a:lnTo>
                  <a:close/>
                </a:path>
                <a:path w="3415665" h="2727325">
                  <a:moveTo>
                    <a:pt x="980033" y="1668399"/>
                  </a:moveTo>
                  <a:lnTo>
                    <a:pt x="979017" y="1631416"/>
                  </a:lnTo>
                  <a:lnTo>
                    <a:pt x="795464" y="1694675"/>
                  </a:lnTo>
                  <a:lnTo>
                    <a:pt x="796683" y="1731594"/>
                  </a:lnTo>
                  <a:lnTo>
                    <a:pt x="861047" y="1709407"/>
                  </a:lnTo>
                  <a:lnTo>
                    <a:pt x="864984" y="1836013"/>
                  </a:lnTo>
                  <a:lnTo>
                    <a:pt x="919378" y="1817255"/>
                  </a:lnTo>
                  <a:lnTo>
                    <a:pt x="915657" y="1690585"/>
                  </a:lnTo>
                  <a:lnTo>
                    <a:pt x="980033" y="1668399"/>
                  </a:lnTo>
                  <a:close/>
                </a:path>
                <a:path w="3415665" h="2727325">
                  <a:moveTo>
                    <a:pt x="1140421" y="1379982"/>
                  </a:moveTo>
                  <a:lnTo>
                    <a:pt x="1139583" y="1342936"/>
                  </a:lnTo>
                  <a:lnTo>
                    <a:pt x="954773" y="1406626"/>
                  </a:lnTo>
                  <a:lnTo>
                    <a:pt x="955802" y="1443609"/>
                  </a:lnTo>
                  <a:lnTo>
                    <a:pt x="1020622" y="1421269"/>
                  </a:lnTo>
                  <a:lnTo>
                    <a:pt x="1023912" y="1548091"/>
                  </a:lnTo>
                  <a:lnTo>
                    <a:pt x="1078687" y="1529207"/>
                  </a:lnTo>
                  <a:lnTo>
                    <a:pt x="1075601" y="1402308"/>
                  </a:lnTo>
                  <a:lnTo>
                    <a:pt x="1140421" y="1379982"/>
                  </a:lnTo>
                  <a:close/>
                </a:path>
                <a:path w="3415665" h="2727325">
                  <a:moveTo>
                    <a:pt x="1175473" y="902068"/>
                  </a:moveTo>
                  <a:lnTo>
                    <a:pt x="1174419" y="855992"/>
                  </a:lnTo>
                  <a:lnTo>
                    <a:pt x="1159344" y="810768"/>
                  </a:lnTo>
                  <a:lnTo>
                    <a:pt x="1132230" y="775601"/>
                  </a:lnTo>
                  <a:lnTo>
                    <a:pt x="1106385" y="750620"/>
                  </a:lnTo>
                  <a:lnTo>
                    <a:pt x="1106385" y="870254"/>
                  </a:lnTo>
                  <a:lnTo>
                    <a:pt x="1101610" y="888707"/>
                  </a:lnTo>
                  <a:lnTo>
                    <a:pt x="1092276" y="903046"/>
                  </a:lnTo>
                  <a:lnTo>
                    <a:pt x="1080376" y="909866"/>
                  </a:lnTo>
                  <a:lnTo>
                    <a:pt x="1066825" y="908977"/>
                  </a:lnTo>
                  <a:lnTo>
                    <a:pt x="1052563" y="900137"/>
                  </a:lnTo>
                  <a:lnTo>
                    <a:pt x="1003427" y="855992"/>
                  </a:lnTo>
                  <a:lnTo>
                    <a:pt x="1038339" y="775601"/>
                  </a:lnTo>
                  <a:lnTo>
                    <a:pt x="1087196" y="819950"/>
                  </a:lnTo>
                  <a:lnTo>
                    <a:pt x="1098905" y="834593"/>
                  </a:lnTo>
                  <a:lnTo>
                    <a:pt x="1105395" y="851789"/>
                  </a:lnTo>
                  <a:lnTo>
                    <a:pt x="1106385" y="870254"/>
                  </a:lnTo>
                  <a:lnTo>
                    <a:pt x="1106385" y="750620"/>
                  </a:lnTo>
                  <a:lnTo>
                    <a:pt x="1003465" y="656437"/>
                  </a:lnTo>
                  <a:lnTo>
                    <a:pt x="879729" y="939241"/>
                  </a:lnTo>
                  <a:lnTo>
                    <a:pt x="943000" y="995095"/>
                  </a:lnTo>
                  <a:lnTo>
                    <a:pt x="976287" y="918425"/>
                  </a:lnTo>
                  <a:lnTo>
                    <a:pt x="1040498" y="975652"/>
                  </a:lnTo>
                  <a:lnTo>
                    <a:pt x="1078826" y="998220"/>
                  </a:lnTo>
                  <a:lnTo>
                    <a:pt x="1113497" y="998029"/>
                  </a:lnTo>
                  <a:lnTo>
                    <a:pt x="1142555" y="979030"/>
                  </a:lnTo>
                  <a:lnTo>
                    <a:pt x="1164082" y="945121"/>
                  </a:lnTo>
                  <a:lnTo>
                    <a:pt x="1171143" y="918425"/>
                  </a:lnTo>
                  <a:lnTo>
                    <a:pt x="1173403" y="909866"/>
                  </a:lnTo>
                  <a:lnTo>
                    <a:pt x="1175473" y="902068"/>
                  </a:lnTo>
                  <a:close/>
                </a:path>
                <a:path w="3415665" h="2727325">
                  <a:moveTo>
                    <a:pt x="1192047" y="1640636"/>
                  </a:moveTo>
                  <a:lnTo>
                    <a:pt x="1187589" y="1624990"/>
                  </a:lnTo>
                  <a:lnTo>
                    <a:pt x="1183195" y="1609636"/>
                  </a:lnTo>
                  <a:lnTo>
                    <a:pt x="1159979" y="1590268"/>
                  </a:lnTo>
                  <a:lnTo>
                    <a:pt x="1137526" y="1586268"/>
                  </a:lnTo>
                  <a:lnTo>
                    <a:pt x="1137526" y="1659432"/>
                  </a:lnTo>
                  <a:lnTo>
                    <a:pt x="1134097" y="1680171"/>
                  </a:lnTo>
                  <a:lnTo>
                    <a:pt x="1123518" y="1699653"/>
                  </a:lnTo>
                  <a:lnTo>
                    <a:pt x="1106716" y="1716036"/>
                  </a:lnTo>
                  <a:lnTo>
                    <a:pt x="1084630" y="1727504"/>
                  </a:lnTo>
                  <a:lnTo>
                    <a:pt x="1062367" y="1731314"/>
                  </a:lnTo>
                  <a:lnTo>
                    <a:pt x="1045057" y="1726692"/>
                  </a:lnTo>
                  <a:lnTo>
                    <a:pt x="1033703" y="1714779"/>
                  </a:lnTo>
                  <a:lnTo>
                    <a:pt x="1029347" y="1696720"/>
                  </a:lnTo>
                  <a:lnTo>
                    <a:pt x="1032725" y="1676095"/>
                  </a:lnTo>
                  <a:lnTo>
                    <a:pt x="1043292" y="1656676"/>
                  </a:lnTo>
                  <a:lnTo>
                    <a:pt x="1060107" y="1640319"/>
                  </a:lnTo>
                  <a:lnTo>
                    <a:pt x="1082230" y="1628825"/>
                  </a:lnTo>
                  <a:lnTo>
                    <a:pt x="1104557" y="1624990"/>
                  </a:lnTo>
                  <a:lnTo>
                    <a:pt x="1121879" y="1629587"/>
                  </a:lnTo>
                  <a:lnTo>
                    <a:pt x="1133208" y="1641462"/>
                  </a:lnTo>
                  <a:lnTo>
                    <a:pt x="1137526" y="1659432"/>
                  </a:lnTo>
                  <a:lnTo>
                    <a:pt x="1137526" y="1586268"/>
                  </a:lnTo>
                  <a:lnTo>
                    <a:pt x="1081354" y="1592529"/>
                  </a:lnTo>
                  <a:lnTo>
                    <a:pt x="1037894" y="1614119"/>
                  </a:lnTo>
                  <a:lnTo>
                    <a:pt x="1003922" y="1644065"/>
                  </a:lnTo>
                  <a:lnTo>
                    <a:pt x="982027" y="1678978"/>
                  </a:lnTo>
                  <a:lnTo>
                    <a:pt x="974813" y="1715516"/>
                  </a:lnTo>
                  <a:lnTo>
                    <a:pt x="983843" y="1746554"/>
                  </a:lnTo>
                  <a:lnTo>
                    <a:pt x="1007122" y="1765947"/>
                  </a:lnTo>
                  <a:lnTo>
                    <a:pt x="1041920" y="1772208"/>
                  </a:lnTo>
                  <a:lnTo>
                    <a:pt x="1085519" y="1763801"/>
                  </a:lnTo>
                  <a:lnTo>
                    <a:pt x="1128801" y="1742262"/>
                  </a:lnTo>
                  <a:lnTo>
                    <a:pt x="1141209" y="1731314"/>
                  </a:lnTo>
                  <a:lnTo>
                    <a:pt x="1162723" y="1712328"/>
                  </a:lnTo>
                  <a:lnTo>
                    <a:pt x="1184668" y="1677339"/>
                  </a:lnTo>
                  <a:lnTo>
                    <a:pt x="1192047" y="1640636"/>
                  </a:lnTo>
                  <a:close/>
                </a:path>
                <a:path w="3415665" h="2727325">
                  <a:moveTo>
                    <a:pt x="1192288" y="1956536"/>
                  </a:moveTo>
                  <a:lnTo>
                    <a:pt x="1189672" y="1832927"/>
                  </a:lnTo>
                  <a:lnTo>
                    <a:pt x="1186395" y="1815769"/>
                  </a:lnTo>
                  <a:lnTo>
                    <a:pt x="1177505" y="1804758"/>
                  </a:lnTo>
                  <a:lnTo>
                    <a:pt x="1163091" y="1800682"/>
                  </a:lnTo>
                  <a:lnTo>
                    <a:pt x="1143254" y="1804327"/>
                  </a:lnTo>
                  <a:lnTo>
                    <a:pt x="1100137" y="1838540"/>
                  </a:lnTo>
                  <a:lnTo>
                    <a:pt x="1075245" y="1952472"/>
                  </a:lnTo>
                  <a:lnTo>
                    <a:pt x="1073048" y="1953221"/>
                  </a:lnTo>
                  <a:lnTo>
                    <a:pt x="1049870" y="1870227"/>
                  </a:lnTo>
                  <a:lnTo>
                    <a:pt x="1042974" y="1858238"/>
                  </a:lnTo>
                  <a:lnTo>
                    <a:pt x="1031468" y="1851621"/>
                  </a:lnTo>
                  <a:lnTo>
                    <a:pt x="1016419" y="1850275"/>
                  </a:lnTo>
                  <a:lnTo>
                    <a:pt x="998918" y="1854085"/>
                  </a:lnTo>
                  <a:lnTo>
                    <a:pt x="979233" y="1864055"/>
                  </a:lnTo>
                  <a:lnTo>
                    <a:pt x="965263" y="1877910"/>
                  </a:lnTo>
                  <a:lnTo>
                    <a:pt x="957072" y="1894801"/>
                  </a:lnTo>
                  <a:lnTo>
                    <a:pt x="954697" y="1913902"/>
                  </a:lnTo>
                  <a:lnTo>
                    <a:pt x="958202" y="2037219"/>
                  </a:lnTo>
                  <a:lnTo>
                    <a:pt x="1007833" y="2020112"/>
                  </a:lnTo>
                  <a:lnTo>
                    <a:pt x="1004608" y="1900148"/>
                  </a:lnTo>
                  <a:lnTo>
                    <a:pt x="1006360" y="1899539"/>
                  </a:lnTo>
                  <a:lnTo>
                    <a:pt x="1029665" y="1982495"/>
                  </a:lnTo>
                  <a:lnTo>
                    <a:pt x="1035735" y="1994763"/>
                  </a:lnTo>
                  <a:lnTo>
                    <a:pt x="1045464" y="2001989"/>
                  </a:lnTo>
                  <a:lnTo>
                    <a:pt x="1058710" y="2003958"/>
                  </a:lnTo>
                  <a:lnTo>
                    <a:pt x="1075334" y="2000465"/>
                  </a:lnTo>
                  <a:lnTo>
                    <a:pt x="1113980" y="1967801"/>
                  </a:lnTo>
                  <a:lnTo>
                    <a:pt x="1138174" y="1854111"/>
                  </a:lnTo>
                  <a:lnTo>
                    <a:pt x="1139926" y="1853501"/>
                  </a:lnTo>
                  <a:lnTo>
                    <a:pt x="1142657" y="1973643"/>
                  </a:lnTo>
                  <a:lnTo>
                    <a:pt x="1192288" y="1956536"/>
                  </a:lnTo>
                  <a:close/>
                </a:path>
                <a:path w="3415665" h="2727325">
                  <a:moveTo>
                    <a:pt x="1335163" y="1440815"/>
                  </a:moveTo>
                  <a:lnTo>
                    <a:pt x="1334871" y="1423136"/>
                  </a:lnTo>
                  <a:lnTo>
                    <a:pt x="1334693" y="1412481"/>
                  </a:lnTo>
                  <a:lnTo>
                    <a:pt x="1333652" y="1350581"/>
                  </a:lnTo>
                  <a:lnTo>
                    <a:pt x="1333588" y="1346377"/>
                  </a:lnTo>
                  <a:lnTo>
                    <a:pt x="1331696" y="1339227"/>
                  </a:lnTo>
                  <a:lnTo>
                    <a:pt x="1326311" y="1318907"/>
                  </a:lnTo>
                  <a:lnTo>
                    <a:pt x="1306830" y="1302258"/>
                  </a:lnTo>
                  <a:lnTo>
                    <a:pt x="1279042" y="1297686"/>
                  </a:lnTo>
                  <a:lnTo>
                    <a:pt x="1279042" y="1386027"/>
                  </a:lnTo>
                  <a:lnTo>
                    <a:pt x="1202283" y="1412481"/>
                  </a:lnTo>
                  <a:lnTo>
                    <a:pt x="1211224" y="1361986"/>
                  </a:lnTo>
                  <a:lnTo>
                    <a:pt x="1256080" y="1339227"/>
                  </a:lnTo>
                  <a:lnTo>
                    <a:pt x="1268260" y="1342326"/>
                  </a:lnTo>
                  <a:lnTo>
                    <a:pt x="1275854" y="1350238"/>
                  </a:lnTo>
                  <a:lnTo>
                    <a:pt x="1278597" y="1361719"/>
                  </a:lnTo>
                  <a:lnTo>
                    <a:pt x="1279042" y="1386027"/>
                  </a:lnTo>
                  <a:lnTo>
                    <a:pt x="1279042" y="1297686"/>
                  </a:lnTo>
                  <a:lnTo>
                    <a:pt x="1238821" y="1305102"/>
                  </a:lnTo>
                  <a:lnTo>
                    <a:pt x="1200823" y="1323606"/>
                  </a:lnTo>
                  <a:lnTo>
                    <a:pt x="1171625" y="1348854"/>
                  </a:lnTo>
                  <a:lnTo>
                    <a:pt x="1146937" y="1410716"/>
                  </a:lnTo>
                  <a:lnTo>
                    <a:pt x="1149032" y="1504962"/>
                  </a:lnTo>
                  <a:lnTo>
                    <a:pt x="1203807" y="1486090"/>
                  </a:lnTo>
                  <a:lnTo>
                    <a:pt x="1203045" y="1449565"/>
                  </a:lnTo>
                  <a:lnTo>
                    <a:pt x="1279728" y="1423136"/>
                  </a:lnTo>
                  <a:lnTo>
                    <a:pt x="1280401" y="1459687"/>
                  </a:lnTo>
                  <a:lnTo>
                    <a:pt x="1335163" y="1440815"/>
                  </a:lnTo>
                  <a:close/>
                </a:path>
                <a:path w="3415665" h="2727325">
                  <a:moveTo>
                    <a:pt x="1391843" y="1782457"/>
                  </a:moveTo>
                  <a:lnTo>
                    <a:pt x="1387094" y="1761375"/>
                  </a:lnTo>
                  <a:lnTo>
                    <a:pt x="1373708" y="1746783"/>
                  </a:lnTo>
                  <a:lnTo>
                    <a:pt x="1351902" y="1741017"/>
                  </a:lnTo>
                  <a:lnTo>
                    <a:pt x="1337652" y="1743583"/>
                  </a:lnTo>
                  <a:lnTo>
                    <a:pt x="1337652" y="1801126"/>
                  </a:lnTo>
                  <a:lnTo>
                    <a:pt x="1335836" y="1811401"/>
                  </a:lnTo>
                  <a:lnTo>
                    <a:pt x="1330363" y="1820722"/>
                  </a:lnTo>
                  <a:lnTo>
                    <a:pt x="1321752" y="1828482"/>
                  </a:lnTo>
                  <a:lnTo>
                    <a:pt x="1310525" y="1834045"/>
                  </a:lnTo>
                  <a:lnTo>
                    <a:pt x="1268031" y="1848675"/>
                  </a:lnTo>
                  <a:lnTo>
                    <a:pt x="1267333" y="1811401"/>
                  </a:lnTo>
                  <a:lnTo>
                    <a:pt x="1267244" y="1806549"/>
                  </a:lnTo>
                  <a:lnTo>
                    <a:pt x="1267155" y="1801863"/>
                  </a:lnTo>
                  <a:lnTo>
                    <a:pt x="1309687" y="1787207"/>
                  </a:lnTo>
                  <a:lnTo>
                    <a:pt x="1321003" y="1784997"/>
                  </a:lnTo>
                  <a:lnTo>
                    <a:pt x="1329778" y="1786763"/>
                  </a:lnTo>
                  <a:lnTo>
                    <a:pt x="1335506" y="1792224"/>
                  </a:lnTo>
                  <a:lnTo>
                    <a:pt x="1337652" y="1801126"/>
                  </a:lnTo>
                  <a:lnTo>
                    <a:pt x="1337652" y="1743583"/>
                  </a:lnTo>
                  <a:lnTo>
                    <a:pt x="1321854" y="1746402"/>
                  </a:lnTo>
                  <a:lnTo>
                    <a:pt x="1212164" y="1784197"/>
                  </a:lnTo>
                  <a:lnTo>
                    <a:pt x="1215555" y="1948332"/>
                  </a:lnTo>
                  <a:lnTo>
                    <a:pt x="1269568" y="1929714"/>
                  </a:lnTo>
                  <a:lnTo>
                    <a:pt x="1268717" y="1885061"/>
                  </a:lnTo>
                  <a:lnTo>
                    <a:pt x="1323924" y="1866036"/>
                  </a:lnTo>
                  <a:lnTo>
                    <a:pt x="1375041" y="1830146"/>
                  </a:lnTo>
                  <a:lnTo>
                    <a:pt x="1391412" y="1784997"/>
                  </a:lnTo>
                  <a:lnTo>
                    <a:pt x="1391843" y="1782457"/>
                  </a:lnTo>
                  <a:close/>
                </a:path>
                <a:path w="3415665" h="2727325">
                  <a:moveTo>
                    <a:pt x="1394320" y="1653565"/>
                  </a:moveTo>
                  <a:lnTo>
                    <a:pt x="1381823" y="1637779"/>
                  </a:lnTo>
                  <a:lnTo>
                    <a:pt x="1365173" y="1616735"/>
                  </a:lnTo>
                  <a:lnTo>
                    <a:pt x="1360512" y="1610855"/>
                  </a:lnTo>
                  <a:lnTo>
                    <a:pt x="1387563" y="1565821"/>
                  </a:lnTo>
                  <a:lnTo>
                    <a:pt x="1389202" y="1550212"/>
                  </a:lnTo>
                  <a:lnTo>
                    <a:pt x="1384427" y="1529156"/>
                  </a:lnTo>
                  <a:lnTo>
                    <a:pt x="1370965" y="1514589"/>
                  </a:lnTo>
                  <a:lnTo>
                    <a:pt x="1348994" y="1508861"/>
                  </a:lnTo>
                  <a:lnTo>
                    <a:pt x="1334643" y="1511452"/>
                  </a:lnTo>
                  <a:lnTo>
                    <a:pt x="1334643" y="1569021"/>
                  </a:lnTo>
                  <a:lnTo>
                    <a:pt x="1332801" y="1579295"/>
                  </a:lnTo>
                  <a:lnTo>
                    <a:pt x="1327302" y="1588630"/>
                  </a:lnTo>
                  <a:lnTo>
                    <a:pt x="1318641" y="1596402"/>
                  </a:lnTo>
                  <a:lnTo>
                    <a:pt x="1307325" y="1601990"/>
                  </a:lnTo>
                  <a:lnTo>
                    <a:pt x="1264539" y="1616735"/>
                  </a:lnTo>
                  <a:lnTo>
                    <a:pt x="1263662" y="1569923"/>
                  </a:lnTo>
                  <a:lnTo>
                    <a:pt x="1306499" y="1555165"/>
                  </a:lnTo>
                  <a:lnTo>
                    <a:pt x="1317879" y="1552930"/>
                  </a:lnTo>
                  <a:lnTo>
                    <a:pt x="1326718" y="1554670"/>
                  </a:lnTo>
                  <a:lnTo>
                    <a:pt x="1332484" y="1560118"/>
                  </a:lnTo>
                  <a:lnTo>
                    <a:pt x="1334643" y="1569021"/>
                  </a:lnTo>
                  <a:lnTo>
                    <a:pt x="1334643" y="1511452"/>
                  </a:lnTo>
                  <a:lnTo>
                    <a:pt x="1318742" y="1514322"/>
                  </a:lnTo>
                  <a:lnTo>
                    <a:pt x="1208303" y="1552384"/>
                  </a:lnTo>
                  <a:lnTo>
                    <a:pt x="1211681" y="1716519"/>
                  </a:lnTo>
                  <a:lnTo>
                    <a:pt x="1266075" y="1697774"/>
                  </a:lnTo>
                  <a:lnTo>
                    <a:pt x="1265237" y="1653565"/>
                  </a:lnTo>
                  <a:lnTo>
                    <a:pt x="1265224" y="1653120"/>
                  </a:lnTo>
                  <a:lnTo>
                    <a:pt x="1309738" y="1637779"/>
                  </a:lnTo>
                  <a:lnTo>
                    <a:pt x="1338376" y="1672856"/>
                  </a:lnTo>
                  <a:lnTo>
                    <a:pt x="1394320" y="1653565"/>
                  </a:lnTo>
                  <a:close/>
                </a:path>
                <a:path w="3415665" h="2727325">
                  <a:moveTo>
                    <a:pt x="2224760" y="1766989"/>
                  </a:moveTo>
                  <a:lnTo>
                    <a:pt x="2222703" y="1729270"/>
                  </a:lnTo>
                  <a:lnTo>
                    <a:pt x="2222652" y="1728228"/>
                  </a:lnTo>
                  <a:lnTo>
                    <a:pt x="2209990" y="1689836"/>
                  </a:lnTo>
                  <a:lnTo>
                    <a:pt x="2186394" y="1652308"/>
                  </a:lnTo>
                  <a:lnTo>
                    <a:pt x="2179777" y="1645462"/>
                  </a:lnTo>
                  <a:lnTo>
                    <a:pt x="2151456" y="1616176"/>
                  </a:lnTo>
                  <a:lnTo>
                    <a:pt x="2125484" y="1593761"/>
                  </a:lnTo>
                  <a:lnTo>
                    <a:pt x="2125484" y="1735455"/>
                  </a:lnTo>
                  <a:lnTo>
                    <a:pt x="2120773" y="1773999"/>
                  </a:lnTo>
                  <a:lnTo>
                    <a:pt x="2095461" y="1814068"/>
                  </a:lnTo>
                  <a:lnTo>
                    <a:pt x="2058835" y="1844255"/>
                  </a:lnTo>
                  <a:lnTo>
                    <a:pt x="2020938" y="1854034"/>
                  </a:lnTo>
                  <a:lnTo>
                    <a:pt x="1981835" y="1844776"/>
                  </a:lnTo>
                  <a:lnTo>
                    <a:pt x="1941576" y="1817865"/>
                  </a:lnTo>
                  <a:lnTo>
                    <a:pt x="1925091" y="1803615"/>
                  </a:lnTo>
                  <a:lnTo>
                    <a:pt x="1924672" y="1797862"/>
                  </a:lnTo>
                  <a:lnTo>
                    <a:pt x="2059051" y="1645462"/>
                  </a:lnTo>
                  <a:lnTo>
                    <a:pt x="2078659" y="1662391"/>
                  </a:lnTo>
                  <a:lnTo>
                    <a:pt x="2110994" y="1698282"/>
                  </a:lnTo>
                  <a:lnTo>
                    <a:pt x="2125484" y="1735455"/>
                  </a:lnTo>
                  <a:lnTo>
                    <a:pt x="2125484" y="1593761"/>
                  </a:lnTo>
                  <a:lnTo>
                    <a:pt x="2037156" y="1517497"/>
                  </a:lnTo>
                  <a:lnTo>
                    <a:pt x="1850148" y="1729270"/>
                  </a:lnTo>
                  <a:lnTo>
                    <a:pt x="1830882" y="1761083"/>
                  </a:lnTo>
                  <a:lnTo>
                    <a:pt x="1826171" y="1794357"/>
                  </a:lnTo>
                  <a:lnTo>
                    <a:pt x="1835823" y="1826704"/>
                  </a:lnTo>
                  <a:lnTo>
                    <a:pt x="1905381" y="1895271"/>
                  </a:lnTo>
                  <a:lnTo>
                    <a:pt x="1946186" y="1924735"/>
                  </a:lnTo>
                  <a:lnTo>
                    <a:pt x="1986826" y="1942934"/>
                  </a:lnTo>
                  <a:lnTo>
                    <a:pt x="2026869" y="1950288"/>
                  </a:lnTo>
                  <a:lnTo>
                    <a:pt x="2065832" y="1947252"/>
                  </a:lnTo>
                  <a:lnTo>
                    <a:pt x="2103259" y="1934260"/>
                  </a:lnTo>
                  <a:lnTo>
                    <a:pt x="2138705" y="1911769"/>
                  </a:lnTo>
                  <a:lnTo>
                    <a:pt x="2171712" y="1880209"/>
                  </a:lnTo>
                  <a:lnTo>
                    <a:pt x="2191093" y="1854034"/>
                  </a:lnTo>
                  <a:lnTo>
                    <a:pt x="2198903" y="1843506"/>
                  </a:lnTo>
                  <a:lnTo>
                    <a:pt x="2216708" y="1805584"/>
                  </a:lnTo>
                  <a:lnTo>
                    <a:pt x="2224760" y="1766989"/>
                  </a:lnTo>
                  <a:close/>
                </a:path>
                <a:path w="3415665" h="2727325">
                  <a:moveTo>
                    <a:pt x="2517000" y="1984806"/>
                  </a:moveTo>
                  <a:lnTo>
                    <a:pt x="2508008" y="1943608"/>
                  </a:lnTo>
                  <a:lnTo>
                    <a:pt x="2487244" y="1904428"/>
                  </a:lnTo>
                  <a:lnTo>
                    <a:pt x="2454757" y="1868728"/>
                  </a:lnTo>
                  <a:lnTo>
                    <a:pt x="2423223" y="1847062"/>
                  </a:lnTo>
                  <a:lnTo>
                    <a:pt x="2423223" y="1983041"/>
                  </a:lnTo>
                  <a:lnTo>
                    <a:pt x="2417699" y="2009724"/>
                  </a:lnTo>
                  <a:lnTo>
                    <a:pt x="2402636" y="2033727"/>
                  </a:lnTo>
                  <a:lnTo>
                    <a:pt x="2366200" y="2075027"/>
                  </a:lnTo>
                  <a:lnTo>
                    <a:pt x="2332456" y="2045601"/>
                  </a:lnTo>
                  <a:lnTo>
                    <a:pt x="2260181" y="1982546"/>
                  </a:lnTo>
                  <a:lnTo>
                    <a:pt x="2296604" y="1941245"/>
                  </a:lnTo>
                  <a:lnTo>
                    <a:pt x="2318613" y="1923300"/>
                  </a:lnTo>
                  <a:lnTo>
                    <a:pt x="2344547" y="1914410"/>
                  </a:lnTo>
                  <a:lnTo>
                    <a:pt x="2372080" y="1916582"/>
                  </a:lnTo>
                  <a:lnTo>
                    <a:pt x="2398890" y="1931784"/>
                  </a:lnTo>
                  <a:lnTo>
                    <a:pt x="2417521" y="1956219"/>
                  </a:lnTo>
                  <a:lnTo>
                    <a:pt x="2423109" y="1982546"/>
                  </a:lnTo>
                  <a:lnTo>
                    <a:pt x="2423223" y="1983041"/>
                  </a:lnTo>
                  <a:lnTo>
                    <a:pt x="2423223" y="1847062"/>
                  </a:lnTo>
                  <a:lnTo>
                    <a:pt x="2414854" y="1841296"/>
                  </a:lnTo>
                  <a:lnTo>
                    <a:pt x="2372982" y="1825828"/>
                  </a:lnTo>
                  <a:lnTo>
                    <a:pt x="2330602" y="1822208"/>
                  </a:lnTo>
                  <a:lnTo>
                    <a:pt x="2289187" y="1830324"/>
                  </a:lnTo>
                  <a:lnTo>
                    <a:pt x="2250224" y="1850034"/>
                  </a:lnTo>
                  <a:lnTo>
                    <a:pt x="2215172" y="1881212"/>
                  </a:lnTo>
                  <a:lnTo>
                    <a:pt x="2074164" y="2041563"/>
                  </a:lnTo>
                  <a:lnTo>
                    <a:pt x="2150211" y="2107717"/>
                  </a:lnTo>
                  <a:lnTo>
                    <a:pt x="2204720" y="2045601"/>
                  </a:lnTo>
                  <a:lnTo>
                    <a:pt x="2310739" y="2138070"/>
                  </a:lnTo>
                  <a:lnTo>
                    <a:pt x="2256231" y="2200198"/>
                  </a:lnTo>
                  <a:lnTo>
                    <a:pt x="2331859" y="2266340"/>
                  </a:lnTo>
                  <a:lnTo>
                    <a:pt x="2472867" y="2105990"/>
                  </a:lnTo>
                  <a:lnTo>
                    <a:pt x="2494254" y="2075027"/>
                  </a:lnTo>
                  <a:lnTo>
                    <a:pt x="2499487" y="2067458"/>
                  </a:lnTo>
                  <a:lnTo>
                    <a:pt x="2514181" y="2026577"/>
                  </a:lnTo>
                  <a:lnTo>
                    <a:pt x="2517000" y="1984806"/>
                  </a:lnTo>
                  <a:close/>
                </a:path>
                <a:path w="3415665" h="2727325">
                  <a:moveTo>
                    <a:pt x="2838539" y="2216366"/>
                  </a:moveTo>
                  <a:lnTo>
                    <a:pt x="2585948" y="1994281"/>
                  </a:lnTo>
                  <a:lnTo>
                    <a:pt x="2530094" y="2057323"/>
                  </a:lnTo>
                  <a:lnTo>
                    <a:pt x="2618994" y="2135289"/>
                  </a:lnTo>
                  <a:lnTo>
                    <a:pt x="2428786" y="2351354"/>
                  </a:lnTo>
                  <a:lnTo>
                    <a:pt x="2504008" y="2417495"/>
                  </a:lnTo>
                  <a:lnTo>
                    <a:pt x="2694228" y="2201443"/>
                  </a:lnTo>
                  <a:lnTo>
                    <a:pt x="2782684" y="2279408"/>
                  </a:lnTo>
                  <a:lnTo>
                    <a:pt x="2838539" y="2216366"/>
                  </a:lnTo>
                  <a:close/>
                </a:path>
                <a:path w="3415665" h="2727325">
                  <a:moveTo>
                    <a:pt x="3039757" y="2445740"/>
                  </a:moveTo>
                  <a:lnTo>
                    <a:pt x="3031172" y="2404541"/>
                  </a:lnTo>
                  <a:lnTo>
                    <a:pt x="3010890" y="2365362"/>
                  </a:lnTo>
                  <a:lnTo>
                    <a:pt x="2978975" y="2329662"/>
                  </a:lnTo>
                  <a:lnTo>
                    <a:pt x="2946819" y="2307221"/>
                  </a:lnTo>
                  <a:lnTo>
                    <a:pt x="2946819" y="2443975"/>
                  </a:lnTo>
                  <a:lnTo>
                    <a:pt x="2941142" y="2470658"/>
                  </a:lnTo>
                  <a:lnTo>
                    <a:pt x="2926029" y="2494648"/>
                  </a:lnTo>
                  <a:lnTo>
                    <a:pt x="2889593" y="2535961"/>
                  </a:lnTo>
                  <a:lnTo>
                    <a:pt x="2856382" y="2506522"/>
                  </a:lnTo>
                  <a:lnTo>
                    <a:pt x="2785249" y="2443480"/>
                  </a:lnTo>
                  <a:lnTo>
                    <a:pt x="2821673" y="2402167"/>
                  </a:lnTo>
                  <a:lnTo>
                    <a:pt x="2843619" y="2384221"/>
                  </a:lnTo>
                  <a:lnTo>
                    <a:pt x="2869400" y="2375344"/>
                  </a:lnTo>
                  <a:lnTo>
                    <a:pt x="2896666" y="2377503"/>
                  </a:lnTo>
                  <a:lnTo>
                    <a:pt x="2923121" y="2392705"/>
                  </a:lnTo>
                  <a:lnTo>
                    <a:pt x="2941383" y="2417140"/>
                  </a:lnTo>
                  <a:lnTo>
                    <a:pt x="2946730" y="2443480"/>
                  </a:lnTo>
                  <a:lnTo>
                    <a:pt x="2946819" y="2443975"/>
                  </a:lnTo>
                  <a:lnTo>
                    <a:pt x="2946819" y="2307221"/>
                  </a:lnTo>
                  <a:lnTo>
                    <a:pt x="2939656" y="2302218"/>
                  </a:lnTo>
                  <a:lnTo>
                    <a:pt x="2898279" y="2286749"/>
                  </a:lnTo>
                  <a:lnTo>
                    <a:pt x="2856306" y="2283142"/>
                  </a:lnTo>
                  <a:lnTo>
                    <a:pt x="2815196" y="2291245"/>
                  </a:lnTo>
                  <a:lnTo>
                    <a:pt x="2776423" y="2310955"/>
                  </a:lnTo>
                  <a:lnTo>
                    <a:pt x="2741434" y="2342134"/>
                  </a:lnTo>
                  <a:lnTo>
                    <a:pt x="2600439" y="2502497"/>
                  </a:lnTo>
                  <a:lnTo>
                    <a:pt x="2675267" y="2568651"/>
                  </a:lnTo>
                  <a:lnTo>
                    <a:pt x="2729776" y="2506522"/>
                  </a:lnTo>
                  <a:lnTo>
                    <a:pt x="2834119" y="2599004"/>
                  </a:lnTo>
                  <a:lnTo>
                    <a:pt x="2779623" y="2661120"/>
                  </a:lnTo>
                  <a:lnTo>
                    <a:pt x="2854045" y="2727274"/>
                  </a:lnTo>
                  <a:lnTo>
                    <a:pt x="2995053" y="2566924"/>
                  </a:lnTo>
                  <a:lnTo>
                    <a:pt x="3016491" y="2535961"/>
                  </a:lnTo>
                  <a:lnTo>
                    <a:pt x="3021736" y="2528379"/>
                  </a:lnTo>
                  <a:lnTo>
                    <a:pt x="3036620" y="2487498"/>
                  </a:lnTo>
                  <a:lnTo>
                    <a:pt x="3039757" y="2445740"/>
                  </a:lnTo>
                  <a:close/>
                </a:path>
                <a:path w="3415665" h="2727325">
                  <a:moveTo>
                    <a:pt x="3179724" y="1218615"/>
                  </a:moveTo>
                  <a:lnTo>
                    <a:pt x="3154921" y="951750"/>
                  </a:lnTo>
                  <a:lnTo>
                    <a:pt x="3149866" y="927658"/>
                  </a:lnTo>
                  <a:lnTo>
                    <a:pt x="3145993" y="909193"/>
                  </a:lnTo>
                  <a:lnTo>
                    <a:pt x="3128251" y="873810"/>
                  </a:lnTo>
                  <a:lnTo>
                    <a:pt x="3069120" y="825893"/>
                  </a:lnTo>
                  <a:lnTo>
                    <a:pt x="3029115" y="814044"/>
                  </a:lnTo>
                  <a:lnTo>
                    <a:pt x="2983090" y="810717"/>
                  </a:lnTo>
                  <a:lnTo>
                    <a:pt x="2931744" y="816254"/>
                  </a:lnTo>
                  <a:lnTo>
                    <a:pt x="2875788" y="830986"/>
                  </a:lnTo>
                  <a:lnTo>
                    <a:pt x="2826512" y="850671"/>
                  </a:lnTo>
                  <a:lnTo>
                    <a:pt x="2782125" y="874801"/>
                  </a:lnTo>
                  <a:lnTo>
                    <a:pt x="2743047" y="902843"/>
                  </a:lnTo>
                  <a:lnTo>
                    <a:pt x="2709659" y="934275"/>
                  </a:lnTo>
                  <a:lnTo>
                    <a:pt x="2682392" y="968527"/>
                  </a:lnTo>
                  <a:lnTo>
                    <a:pt x="2661653" y="1005078"/>
                  </a:lnTo>
                  <a:lnTo>
                    <a:pt x="2647823" y="1043406"/>
                  </a:lnTo>
                  <a:lnTo>
                    <a:pt x="2641320" y="1082941"/>
                  </a:lnTo>
                  <a:lnTo>
                    <a:pt x="2642552" y="1123175"/>
                  </a:lnTo>
                  <a:lnTo>
                    <a:pt x="2676702" y="1386649"/>
                  </a:lnTo>
                  <a:lnTo>
                    <a:pt x="2824721" y="1337208"/>
                  </a:lnTo>
                  <a:lnTo>
                    <a:pt x="2792120" y="1062634"/>
                  </a:lnTo>
                  <a:lnTo>
                    <a:pt x="2794978" y="1025728"/>
                  </a:lnTo>
                  <a:lnTo>
                    <a:pt x="2811919" y="989545"/>
                  </a:lnTo>
                  <a:lnTo>
                    <a:pt x="2842793" y="958075"/>
                  </a:lnTo>
                  <a:lnTo>
                    <a:pt x="2887370" y="935228"/>
                  </a:lnTo>
                  <a:lnTo>
                    <a:pt x="2933649" y="927658"/>
                  </a:lnTo>
                  <a:lnTo>
                    <a:pt x="2969056" y="936955"/>
                  </a:lnTo>
                  <a:lnTo>
                    <a:pt x="2992539" y="959599"/>
                  </a:lnTo>
                  <a:lnTo>
                    <a:pt x="3003105" y="992035"/>
                  </a:lnTo>
                  <a:lnTo>
                    <a:pt x="3031693" y="1268056"/>
                  </a:lnTo>
                  <a:lnTo>
                    <a:pt x="3179724" y="1218615"/>
                  </a:lnTo>
                  <a:close/>
                </a:path>
                <a:path w="3415665" h="2727325">
                  <a:moveTo>
                    <a:pt x="3415538" y="1139837"/>
                  </a:moveTo>
                  <a:lnTo>
                    <a:pt x="3380003" y="672592"/>
                  </a:lnTo>
                  <a:lnTo>
                    <a:pt x="3227197" y="723773"/>
                  </a:lnTo>
                  <a:lnTo>
                    <a:pt x="3267532" y="1189278"/>
                  </a:lnTo>
                  <a:lnTo>
                    <a:pt x="3415538" y="11398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762932" y="7718094"/>
              <a:ext cx="190067" cy="17026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309094" y="4867705"/>
              <a:ext cx="5795006" cy="5402976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6448478" y="8351621"/>
              <a:ext cx="6920865" cy="819150"/>
            </a:xfrm>
            <a:custGeom>
              <a:avLst/>
              <a:gdLst/>
              <a:ahLst/>
              <a:cxnLst/>
              <a:rect l="l" t="t" r="r" b="b"/>
              <a:pathLst>
                <a:path w="6920865" h="819150">
                  <a:moveTo>
                    <a:pt x="6751532" y="0"/>
                  </a:moveTo>
                  <a:lnTo>
                    <a:pt x="169188" y="0"/>
                  </a:lnTo>
                  <a:lnTo>
                    <a:pt x="124210" y="6044"/>
                  </a:lnTo>
                  <a:lnTo>
                    <a:pt x="83795" y="23101"/>
                  </a:lnTo>
                  <a:lnTo>
                    <a:pt x="49553" y="49558"/>
                  </a:lnTo>
                  <a:lnTo>
                    <a:pt x="23098" y="83802"/>
                  </a:lnTo>
                  <a:lnTo>
                    <a:pt x="6043" y="124220"/>
                  </a:lnTo>
                  <a:lnTo>
                    <a:pt x="0" y="169199"/>
                  </a:lnTo>
                  <a:lnTo>
                    <a:pt x="0" y="649802"/>
                  </a:lnTo>
                  <a:lnTo>
                    <a:pt x="6043" y="694779"/>
                  </a:lnTo>
                  <a:lnTo>
                    <a:pt x="23098" y="735195"/>
                  </a:lnTo>
                  <a:lnTo>
                    <a:pt x="49553" y="769437"/>
                  </a:lnTo>
                  <a:lnTo>
                    <a:pt x="83795" y="795891"/>
                  </a:lnTo>
                  <a:lnTo>
                    <a:pt x="124210" y="812947"/>
                  </a:lnTo>
                  <a:lnTo>
                    <a:pt x="169188" y="818990"/>
                  </a:lnTo>
                  <a:lnTo>
                    <a:pt x="6751532" y="818990"/>
                  </a:lnTo>
                  <a:lnTo>
                    <a:pt x="6796510" y="812947"/>
                  </a:lnTo>
                  <a:lnTo>
                    <a:pt x="6836926" y="795891"/>
                  </a:lnTo>
                  <a:lnTo>
                    <a:pt x="6871167" y="769437"/>
                  </a:lnTo>
                  <a:lnTo>
                    <a:pt x="6897622" y="735195"/>
                  </a:lnTo>
                  <a:lnTo>
                    <a:pt x="6914677" y="694779"/>
                  </a:lnTo>
                  <a:lnTo>
                    <a:pt x="6920721" y="649802"/>
                  </a:lnTo>
                  <a:lnTo>
                    <a:pt x="6920721" y="169199"/>
                  </a:lnTo>
                  <a:lnTo>
                    <a:pt x="6914677" y="124220"/>
                  </a:lnTo>
                  <a:lnTo>
                    <a:pt x="6897622" y="83802"/>
                  </a:lnTo>
                  <a:lnTo>
                    <a:pt x="6871167" y="49558"/>
                  </a:lnTo>
                  <a:lnTo>
                    <a:pt x="6836926" y="23101"/>
                  </a:lnTo>
                  <a:lnTo>
                    <a:pt x="6796510" y="6044"/>
                  </a:lnTo>
                  <a:lnTo>
                    <a:pt x="6751532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988082" y="8474373"/>
              <a:ext cx="1717039" cy="598170"/>
            </a:xfrm>
            <a:custGeom>
              <a:avLst/>
              <a:gdLst/>
              <a:ahLst/>
              <a:cxnLst/>
              <a:rect l="l" t="t" r="r" b="b"/>
              <a:pathLst>
                <a:path w="1717040" h="598170">
                  <a:moveTo>
                    <a:pt x="249428" y="488886"/>
                  </a:moveTo>
                  <a:lnTo>
                    <a:pt x="241528" y="411568"/>
                  </a:lnTo>
                  <a:lnTo>
                    <a:pt x="240703" y="403466"/>
                  </a:lnTo>
                  <a:lnTo>
                    <a:pt x="204863" y="407619"/>
                  </a:lnTo>
                  <a:lnTo>
                    <a:pt x="171958" y="410095"/>
                  </a:lnTo>
                  <a:lnTo>
                    <a:pt x="141617" y="411276"/>
                  </a:lnTo>
                  <a:lnTo>
                    <a:pt x="113487" y="411568"/>
                  </a:lnTo>
                  <a:lnTo>
                    <a:pt x="98526" y="411568"/>
                  </a:lnTo>
                  <a:lnTo>
                    <a:pt x="98526" y="130949"/>
                  </a:lnTo>
                  <a:lnTo>
                    <a:pt x="228244" y="130949"/>
                  </a:lnTo>
                  <a:lnTo>
                    <a:pt x="228244" y="42405"/>
                  </a:lnTo>
                  <a:lnTo>
                    <a:pt x="0" y="42405"/>
                  </a:lnTo>
                  <a:lnTo>
                    <a:pt x="0" y="500126"/>
                  </a:lnTo>
                  <a:lnTo>
                    <a:pt x="100393" y="500126"/>
                  </a:lnTo>
                  <a:lnTo>
                    <a:pt x="138861" y="499770"/>
                  </a:lnTo>
                  <a:lnTo>
                    <a:pt x="175615" y="498246"/>
                  </a:lnTo>
                  <a:lnTo>
                    <a:pt x="212026" y="494855"/>
                  </a:lnTo>
                  <a:lnTo>
                    <a:pt x="249428" y="488886"/>
                  </a:lnTo>
                  <a:close/>
                </a:path>
                <a:path w="1717040" h="598170">
                  <a:moveTo>
                    <a:pt x="507606" y="5613"/>
                  </a:moveTo>
                  <a:lnTo>
                    <a:pt x="413435" y="5613"/>
                  </a:lnTo>
                  <a:lnTo>
                    <a:pt x="413435" y="208902"/>
                  </a:lnTo>
                  <a:lnTo>
                    <a:pt x="370408" y="208902"/>
                  </a:lnTo>
                  <a:lnTo>
                    <a:pt x="370408" y="14338"/>
                  </a:lnTo>
                  <a:lnTo>
                    <a:pt x="279361" y="14338"/>
                  </a:lnTo>
                  <a:lnTo>
                    <a:pt x="279361" y="576199"/>
                  </a:lnTo>
                  <a:lnTo>
                    <a:pt x="370408" y="576199"/>
                  </a:lnTo>
                  <a:lnTo>
                    <a:pt x="370408" y="296824"/>
                  </a:lnTo>
                  <a:lnTo>
                    <a:pt x="413435" y="296824"/>
                  </a:lnTo>
                  <a:lnTo>
                    <a:pt x="413435" y="591159"/>
                  </a:lnTo>
                  <a:lnTo>
                    <a:pt x="507606" y="591159"/>
                  </a:lnTo>
                  <a:lnTo>
                    <a:pt x="507606" y="296824"/>
                  </a:lnTo>
                  <a:lnTo>
                    <a:pt x="507606" y="208902"/>
                  </a:lnTo>
                  <a:lnTo>
                    <a:pt x="507606" y="5613"/>
                  </a:lnTo>
                  <a:close/>
                </a:path>
                <a:path w="1717040" h="598170">
                  <a:moveTo>
                    <a:pt x="894283" y="243192"/>
                  </a:moveTo>
                  <a:lnTo>
                    <a:pt x="886802" y="213893"/>
                  </a:lnTo>
                  <a:lnTo>
                    <a:pt x="882637" y="197561"/>
                  </a:lnTo>
                  <a:lnTo>
                    <a:pt x="850709" y="165252"/>
                  </a:lnTo>
                  <a:lnTo>
                    <a:pt x="802995" y="146037"/>
                  </a:lnTo>
                  <a:lnTo>
                    <a:pt x="800125" y="145732"/>
                  </a:lnTo>
                  <a:lnTo>
                    <a:pt x="800125" y="243827"/>
                  </a:lnTo>
                  <a:lnTo>
                    <a:pt x="800125" y="248805"/>
                  </a:lnTo>
                  <a:lnTo>
                    <a:pt x="795820" y="261645"/>
                  </a:lnTo>
                  <a:lnTo>
                    <a:pt x="783983" y="271030"/>
                  </a:lnTo>
                  <a:lnTo>
                    <a:pt x="766178" y="276783"/>
                  </a:lnTo>
                  <a:lnTo>
                    <a:pt x="743991" y="278739"/>
                  </a:lnTo>
                  <a:lnTo>
                    <a:pt x="721804" y="276783"/>
                  </a:lnTo>
                  <a:lnTo>
                    <a:pt x="704011" y="271030"/>
                  </a:lnTo>
                  <a:lnTo>
                    <a:pt x="692162" y="261645"/>
                  </a:lnTo>
                  <a:lnTo>
                    <a:pt x="687870" y="248805"/>
                  </a:lnTo>
                  <a:lnTo>
                    <a:pt x="687870" y="243827"/>
                  </a:lnTo>
                  <a:lnTo>
                    <a:pt x="692162" y="230987"/>
                  </a:lnTo>
                  <a:lnTo>
                    <a:pt x="704011" y="221602"/>
                  </a:lnTo>
                  <a:lnTo>
                    <a:pt x="721804" y="215849"/>
                  </a:lnTo>
                  <a:lnTo>
                    <a:pt x="743991" y="213893"/>
                  </a:lnTo>
                  <a:lnTo>
                    <a:pt x="766178" y="215849"/>
                  </a:lnTo>
                  <a:lnTo>
                    <a:pt x="783983" y="221602"/>
                  </a:lnTo>
                  <a:lnTo>
                    <a:pt x="795820" y="230987"/>
                  </a:lnTo>
                  <a:lnTo>
                    <a:pt x="800125" y="243827"/>
                  </a:lnTo>
                  <a:lnTo>
                    <a:pt x="800125" y="145732"/>
                  </a:lnTo>
                  <a:lnTo>
                    <a:pt x="743991" y="139674"/>
                  </a:lnTo>
                  <a:lnTo>
                    <a:pt x="695972" y="143738"/>
                  </a:lnTo>
                  <a:lnTo>
                    <a:pt x="654507" y="156006"/>
                  </a:lnTo>
                  <a:lnTo>
                    <a:pt x="621957" y="176593"/>
                  </a:lnTo>
                  <a:lnTo>
                    <a:pt x="600697" y="205613"/>
                  </a:lnTo>
                  <a:lnTo>
                    <a:pt x="593077" y="243192"/>
                  </a:lnTo>
                  <a:lnTo>
                    <a:pt x="593077" y="249440"/>
                  </a:lnTo>
                  <a:lnTo>
                    <a:pt x="600697" y="287020"/>
                  </a:lnTo>
                  <a:lnTo>
                    <a:pt x="654507" y="336626"/>
                  </a:lnTo>
                  <a:lnTo>
                    <a:pt x="695972" y="348894"/>
                  </a:lnTo>
                  <a:lnTo>
                    <a:pt x="743991" y="352945"/>
                  </a:lnTo>
                  <a:lnTo>
                    <a:pt x="802995" y="346595"/>
                  </a:lnTo>
                  <a:lnTo>
                    <a:pt x="850709" y="327380"/>
                  </a:lnTo>
                  <a:lnTo>
                    <a:pt x="882637" y="295071"/>
                  </a:lnTo>
                  <a:lnTo>
                    <a:pt x="886802" y="278739"/>
                  </a:lnTo>
                  <a:lnTo>
                    <a:pt x="894283" y="249440"/>
                  </a:lnTo>
                  <a:lnTo>
                    <a:pt x="894283" y="243192"/>
                  </a:lnTo>
                  <a:close/>
                </a:path>
                <a:path w="1717040" h="598170">
                  <a:moveTo>
                    <a:pt x="916736" y="45516"/>
                  </a:moveTo>
                  <a:lnTo>
                    <a:pt x="792632" y="45516"/>
                  </a:lnTo>
                  <a:lnTo>
                    <a:pt x="792632" y="0"/>
                  </a:lnTo>
                  <a:lnTo>
                    <a:pt x="694105" y="0"/>
                  </a:lnTo>
                  <a:lnTo>
                    <a:pt x="694105" y="45516"/>
                  </a:lnTo>
                  <a:lnTo>
                    <a:pt x="570014" y="45516"/>
                  </a:lnTo>
                  <a:lnTo>
                    <a:pt x="570014" y="121602"/>
                  </a:lnTo>
                  <a:lnTo>
                    <a:pt x="916736" y="121602"/>
                  </a:lnTo>
                  <a:lnTo>
                    <a:pt x="916736" y="45516"/>
                  </a:lnTo>
                  <a:close/>
                </a:path>
                <a:path w="1717040" h="598170">
                  <a:moveTo>
                    <a:pt x="1053299" y="381647"/>
                  </a:moveTo>
                  <a:lnTo>
                    <a:pt x="651078" y="381647"/>
                  </a:lnTo>
                  <a:lnTo>
                    <a:pt x="651078" y="469569"/>
                  </a:lnTo>
                  <a:lnTo>
                    <a:pt x="956017" y="469569"/>
                  </a:lnTo>
                  <a:lnTo>
                    <a:pt x="956017" y="597395"/>
                  </a:lnTo>
                  <a:lnTo>
                    <a:pt x="1053299" y="597395"/>
                  </a:lnTo>
                  <a:lnTo>
                    <a:pt x="1053299" y="381647"/>
                  </a:lnTo>
                  <a:close/>
                </a:path>
                <a:path w="1717040" h="598170">
                  <a:moveTo>
                    <a:pt x="1131874" y="135940"/>
                  </a:moveTo>
                  <a:lnTo>
                    <a:pt x="1053299" y="135940"/>
                  </a:lnTo>
                  <a:lnTo>
                    <a:pt x="1053299" y="5613"/>
                  </a:lnTo>
                  <a:lnTo>
                    <a:pt x="956017" y="5613"/>
                  </a:lnTo>
                  <a:lnTo>
                    <a:pt x="956017" y="354203"/>
                  </a:lnTo>
                  <a:lnTo>
                    <a:pt x="1053299" y="354203"/>
                  </a:lnTo>
                  <a:lnTo>
                    <a:pt x="1053299" y="223862"/>
                  </a:lnTo>
                  <a:lnTo>
                    <a:pt x="1131874" y="223862"/>
                  </a:lnTo>
                  <a:lnTo>
                    <a:pt x="1131874" y="135940"/>
                  </a:lnTo>
                  <a:close/>
                </a:path>
                <a:path w="1717040" h="598170">
                  <a:moveTo>
                    <a:pt x="1655737" y="23698"/>
                  </a:moveTo>
                  <a:lnTo>
                    <a:pt x="1558455" y="23698"/>
                  </a:lnTo>
                  <a:lnTo>
                    <a:pt x="1558455" y="87172"/>
                  </a:lnTo>
                  <a:lnTo>
                    <a:pt x="1321498" y="87172"/>
                  </a:lnTo>
                  <a:lnTo>
                    <a:pt x="1321498" y="23672"/>
                  </a:lnTo>
                  <a:lnTo>
                    <a:pt x="1224203" y="23672"/>
                  </a:lnTo>
                  <a:lnTo>
                    <a:pt x="1224203" y="87172"/>
                  </a:lnTo>
                  <a:lnTo>
                    <a:pt x="1224203" y="170992"/>
                  </a:lnTo>
                  <a:lnTo>
                    <a:pt x="1224203" y="223062"/>
                  </a:lnTo>
                  <a:lnTo>
                    <a:pt x="1224203" y="305612"/>
                  </a:lnTo>
                  <a:lnTo>
                    <a:pt x="1655737" y="305612"/>
                  </a:lnTo>
                  <a:lnTo>
                    <a:pt x="1655737" y="223062"/>
                  </a:lnTo>
                  <a:lnTo>
                    <a:pt x="1321498" y="223062"/>
                  </a:lnTo>
                  <a:lnTo>
                    <a:pt x="1321498" y="170992"/>
                  </a:lnTo>
                  <a:lnTo>
                    <a:pt x="1558455" y="170992"/>
                  </a:lnTo>
                  <a:lnTo>
                    <a:pt x="1558455" y="222618"/>
                  </a:lnTo>
                  <a:lnTo>
                    <a:pt x="1655737" y="222618"/>
                  </a:lnTo>
                  <a:lnTo>
                    <a:pt x="1655737" y="170992"/>
                  </a:lnTo>
                  <a:lnTo>
                    <a:pt x="1655737" y="170865"/>
                  </a:lnTo>
                  <a:lnTo>
                    <a:pt x="1655737" y="87299"/>
                  </a:lnTo>
                  <a:lnTo>
                    <a:pt x="1655737" y="87172"/>
                  </a:lnTo>
                  <a:lnTo>
                    <a:pt x="1655737" y="23698"/>
                  </a:lnTo>
                  <a:close/>
                </a:path>
                <a:path w="1717040" h="598170">
                  <a:moveTo>
                    <a:pt x="1716849" y="362305"/>
                  </a:moveTo>
                  <a:lnTo>
                    <a:pt x="1163104" y="362305"/>
                  </a:lnTo>
                  <a:lnTo>
                    <a:pt x="1163104" y="450227"/>
                  </a:lnTo>
                  <a:lnTo>
                    <a:pt x="1391335" y="450227"/>
                  </a:lnTo>
                  <a:lnTo>
                    <a:pt x="1391335" y="598017"/>
                  </a:lnTo>
                  <a:lnTo>
                    <a:pt x="1488617" y="598017"/>
                  </a:lnTo>
                  <a:lnTo>
                    <a:pt x="1488617" y="450227"/>
                  </a:lnTo>
                  <a:lnTo>
                    <a:pt x="1716849" y="450227"/>
                  </a:lnTo>
                  <a:lnTo>
                    <a:pt x="1716849" y="362305"/>
                  </a:lnTo>
                  <a:close/>
                </a:path>
              </a:pathLst>
            </a:custGeom>
            <a:solidFill>
              <a:srgbClr val="F2F2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449270" y="10428537"/>
              <a:ext cx="729615" cy="716915"/>
            </a:xfrm>
            <a:custGeom>
              <a:avLst/>
              <a:gdLst/>
              <a:ahLst/>
              <a:cxnLst/>
              <a:rect l="l" t="t" r="r" b="b"/>
              <a:pathLst>
                <a:path w="729615" h="716915">
                  <a:moveTo>
                    <a:pt x="373904" y="0"/>
                  </a:moveTo>
                  <a:lnTo>
                    <a:pt x="327012" y="2912"/>
                  </a:lnTo>
                  <a:lnTo>
                    <a:pt x="281855" y="11418"/>
                  </a:lnTo>
                  <a:lnTo>
                    <a:pt x="238784" y="25166"/>
                  </a:lnTo>
                  <a:lnTo>
                    <a:pt x="198151" y="43805"/>
                  </a:lnTo>
                  <a:lnTo>
                    <a:pt x="160305" y="66987"/>
                  </a:lnTo>
                  <a:lnTo>
                    <a:pt x="125598" y="94359"/>
                  </a:lnTo>
                  <a:lnTo>
                    <a:pt x="94381" y="125573"/>
                  </a:lnTo>
                  <a:lnTo>
                    <a:pt x="67004" y="160278"/>
                  </a:lnTo>
                  <a:lnTo>
                    <a:pt x="43818" y="198123"/>
                  </a:lnTo>
                  <a:lnTo>
                    <a:pt x="25173" y="238759"/>
                  </a:lnTo>
                  <a:lnTo>
                    <a:pt x="11422" y="281834"/>
                  </a:lnTo>
                  <a:lnTo>
                    <a:pt x="2914" y="327000"/>
                  </a:lnTo>
                  <a:lnTo>
                    <a:pt x="0" y="373904"/>
                  </a:lnTo>
                  <a:lnTo>
                    <a:pt x="3239" y="423490"/>
                  </a:lnTo>
                  <a:lnTo>
                    <a:pt x="12712" y="471165"/>
                  </a:lnTo>
                  <a:lnTo>
                    <a:pt x="28050" y="516337"/>
                  </a:lnTo>
                  <a:lnTo>
                    <a:pt x="48887" y="558414"/>
                  </a:lnTo>
                  <a:lnTo>
                    <a:pt x="74854" y="596803"/>
                  </a:lnTo>
                  <a:lnTo>
                    <a:pt x="105583" y="630912"/>
                  </a:lnTo>
                  <a:lnTo>
                    <a:pt x="140707" y="660148"/>
                  </a:lnTo>
                  <a:lnTo>
                    <a:pt x="179857" y="683918"/>
                  </a:lnTo>
                  <a:lnTo>
                    <a:pt x="222666" y="701631"/>
                  </a:lnTo>
                  <a:lnTo>
                    <a:pt x="268767" y="712693"/>
                  </a:lnTo>
                  <a:lnTo>
                    <a:pt x="317791" y="716512"/>
                  </a:lnTo>
                  <a:lnTo>
                    <a:pt x="370755" y="712741"/>
                  </a:lnTo>
                  <a:lnTo>
                    <a:pt x="419127" y="701830"/>
                  </a:lnTo>
                  <a:lnTo>
                    <a:pt x="462845" y="684381"/>
                  </a:lnTo>
                  <a:lnTo>
                    <a:pt x="501849" y="660995"/>
                  </a:lnTo>
                  <a:lnTo>
                    <a:pt x="536077" y="632275"/>
                  </a:lnTo>
                  <a:lnTo>
                    <a:pt x="565467" y="598823"/>
                  </a:lnTo>
                  <a:lnTo>
                    <a:pt x="589958" y="561241"/>
                  </a:lnTo>
                  <a:lnTo>
                    <a:pt x="609489" y="520130"/>
                  </a:lnTo>
                  <a:lnTo>
                    <a:pt x="620254" y="472105"/>
                  </a:lnTo>
                  <a:lnTo>
                    <a:pt x="615397" y="424269"/>
                  </a:lnTo>
                  <a:lnTo>
                    <a:pt x="595262" y="380902"/>
                  </a:lnTo>
                  <a:lnTo>
                    <a:pt x="560192" y="346282"/>
                  </a:lnTo>
                  <a:lnTo>
                    <a:pt x="520707" y="327705"/>
                  </a:lnTo>
                  <a:lnTo>
                    <a:pt x="479666" y="322962"/>
                  </a:lnTo>
                  <a:lnTo>
                    <a:pt x="439758" y="331414"/>
                  </a:lnTo>
                  <a:lnTo>
                    <a:pt x="403677" y="352419"/>
                  </a:lnTo>
                  <a:lnTo>
                    <a:pt x="344978" y="417493"/>
                  </a:lnTo>
                  <a:lnTo>
                    <a:pt x="313842" y="435768"/>
                  </a:lnTo>
                  <a:lnTo>
                    <a:pt x="285461" y="443953"/>
                  </a:lnTo>
                  <a:lnTo>
                    <a:pt x="264588" y="445839"/>
                  </a:lnTo>
                  <a:lnTo>
                    <a:pt x="218199" y="437659"/>
                  </a:lnTo>
                  <a:lnTo>
                    <a:pt x="180833" y="415983"/>
                  </a:lnTo>
                  <a:lnTo>
                    <a:pt x="153545" y="385104"/>
                  </a:lnTo>
                  <a:lnTo>
                    <a:pt x="136980" y="347957"/>
                  </a:lnTo>
                  <a:lnTo>
                    <a:pt x="130140" y="308707"/>
                  </a:lnTo>
                  <a:lnTo>
                    <a:pt x="129849" y="294273"/>
                  </a:lnTo>
                  <a:lnTo>
                    <a:pt x="134215" y="254865"/>
                  </a:lnTo>
                  <a:lnTo>
                    <a:pt x="146945" y="215654"/>
                  </a:lnTo>
                  <a:lnTo>
                    <a:pt x="167483" y="177827"/>
                  </a:lnTo>
                  <a:lnTo>
                    <a:pt x="195277" y="142567"/>
                  </a:lnTo>
                  <a:lnTo>
                    <a:pt x="229771" y="111061"/>
                  </a:lnTo>
                  <a:lnTo>
                    <a:pt x="270412" y="84493"/>
                  </a:lnTo>
                  <a:lnTo>
                    <a:pt x="316645" y="64048"/>
                  </a:lnTo>
                  <a:lnTo>
                    <a:pt x="367917" y="50912"/>
                  </a:lnTo>
                  <a:lnTo>
                    <a:pt x="423672" y="46270"/>
                  </a:lnTo>
                  <a:lnTo>
                    <a:pt x="486699" y="52226"/>
                  </a:lnTo>
                  <a:lnTo>
                    <a:pt x="542608" y="68566"/>
                  </a:lnTo>
                  <a:lnTo>
                    <a:pt x="591408" y="93004"/>
                  </a:lnTo>
                  <a:lnTo>
                    <a:pt x="633105" y="123252"/>
                  </a:lnTo>
                  <a:lnTo>
                    <a:pt x="667706" y="157022"/>
                  </a:lnTo>
                  <a:lnTo>
                    <a:pt x="695218" y="192027"/>
                  </a:lnTo>
                  <a:lnTo>
                    <a:pt x="715648" y="225978"/>
                  </a:lnTo>
                  <a:lnTo>
                    <a:pt x="729003" y="256589"/>
                  </a:lnTo>
                  <a:lnTo>
                    <a:pt x="727674" y="252589"/>
                  </a:lnTo>
                  <a:lnTo>
                    <a:pt x="709954" y="209810"/>
                  </a:lnTo>
                  <a:lnTo>
                    <a:pt x="687282" y="169895"/>
                  </a:lnTo>
                  <a:lnTo>
                    <a:pt x="660044" y="133230"/>
                  </a:lnTo>
                  <a:lnTo>
                    <a:pt x="628626" y="100200"/>
                  </a:lnTo>
                  <a:lnTo>
                    <a:pt x="593412" y="71192"/>
                  </a:lnTo>
                  <a:lnTo>
                    <a:pt x="554788" y="46593"/>
                  </a:lnTo>
                  <a:lnTo>
                    <a:pt x="513140" y="26787"/>
                  </a:lnTo>
                  <a:lnTo>
                    <a:pt x="468853" y="12163"/>
                  </a:lnTo>
                  <a:lnTo>
                    <a:pt x="422313" y="3105"/>
                  </a:lnTo>
                  <a:lnTo>
                    <a:pt x="373904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579113" y="10474798"/>
              <a:ext cx="618490" cy="679450"/>
            </a:xfrm>
            <a:custGeom>
              <a:avLst/>
              <a:gdLst/>
              <a:ahLst/>
              <a:cxnLst/>
              <a:rect l="l" t="t" r="r" b="b"/>
              <a:pathLst>
                <a:path w="618490" h="679450">
                  <a:moveTo>
                    <a:pt x="293823" y="0"/>
                  </a:moveTo>
                  <a:lnTo>
                    <a:pt x="238067" y="4641"/>
                  </a:lnTo>
                  <a:lnTo>
                    <a:pt x="186796" y="17777"/>
                  </a:lnTo>
                  <a:lnTo>
                    <a:pt x="140562" y="38222"/>
                  </a:lnTo>
                  <a:lnTo>
                    <a:pt x="99921" y="64792"/>
                  </a:lnTo>
                  <a:lnTo>
                    <a:pt x="65427" y="96300"/>
                  </a:lnTo>
                  <a:lnTo>
                    <a:pt x="37634" y="131562"/>
                  </a:lnTo>
                  <a:lnTo>
                    <a:pt x="17095" y="169393"/>
                  </a:lnTo>
                  <a:lnTo>
                    <a:pt x="4366" y="208609"/>
                  </a:lnTo>
                  <a:lnTo>
                    <a:pt x="0" y="248023"/>
                  </a:lnTo>
                  <a:lnTo>
                    <a:pt x="291" y="262446"/>
                  </a:lnTo>
                  <a:lnTo>
                    <a:pt x="1335" y="274507"/>
                  </a:lnTo>
                  <a:lnTo>
                    <a:pt x="3383" y="286328"/>
                  </a:lnTo>
                  <a:lnTo>
                    <a:pt x="6690" y="300032"/>
                  </a:lnTo>
                  <a:lnTo>
                    <a:pt x="5207" y="293321"/>
                  </a:lnTo>
                  <a:lnTo>
                    <a:pt x="4128" y="286619"/>
                  </a:lnTo>
                  <a:lnTo>
                    <a:pt x="3469" y="279957"/>
                  </a:lnTo>
                  <a:lnTo>
                    <a:pt x="3245" y="273363"/>
                  </a:lnTo>
                  <a:lnTo>
                    <a:pt x="8750" y="229383"/>
                  </a:lnTo>
                  <a:lnTo>
                    <a:pt x="24335" y="189474"/>
                  </a:lnTo>
                  <a:lnTo>
                    <a:pt x="48604" y="154189"/>
                  </a:lnTo>
                  <a:lnTo>
                    <a:pt x="80165" y="124079"/>
                  </a:lnTo>
                  <a:lnTo>
                    <a:pt x="117620" y="99699"/>
                  </a:lnTo>
                  <a:lnTo>
                    <a:pt x="159577" y="81600"/>
                  </a:lnTo>
                  <a:lnTo>
                    <a:pt x="204641" y="70336"/>
                  </a:lnTo>
                  <a:lnTo>
                    <a:pt x="251416" y="66458"/>
                  </a:lnTo>
                  <a:lnTo>
                    <a:pt x="296979" y="69802"/>
                  </a:lnTo>
                  <a:lnTo>
                    <a:pt x="340466" y="79514"/>
                  </a:lnTo>
                  <a:lnTo>
                    <a:pt x="381400" y="95117"/>
                  </a:lnTo>
                  <a:lnTo>
                    <a:pt x="419304" y="116134"/>
                  </a:lnTo>
                  <a:lnTo>
                    <a:pt x="453702" y="142087"/>
                  </a:lnTo>
                  <a:lnTo>
                    <a:pt x="484116" y="172500"/>
                  </a:lnTo>
                  <a:lnTo>
                    <a:pt x="510070" y="206894"/>
                  </a:lnTo>
                  <a:lnTo>
                    <a:pt x="531086" y="244793"/>
                  </a:lnTo>
                  <a:lnTo>
                    <a:pt x="546688" y="285718"/>
                  </a:lnTo>
                  <a:lnTo>
                    <a:pt x="556399" y="329194"/>
                  </a:lnTo>
                  <a:lnTo>
                    <a:pt x="559742" y="374742"/>
                  </a:lnTo>
                  <a:lnTo>
                    <a:pt x="556223" y="423881"/>
                  </a:lnTo>
                  <a:lnTo>
                    <a:pt x="545995" y="470840"/>
                  </a:lnTo>
                  <a:lnTo>
                    <a:pt x="529550" y="515129"/>
                  </a:lnTo>
                  <a:lnTo>
                    <a:pt x="507381" y="556254"/>
                  </a:lnTo>
                  <a:lnTo>
                    <a:pt x="479978" y="593722"/>
                  </a:lnTo>
                  <a:lnTo>
                    <a:pt x="447836" y="627042"/>
                  </a:lnTo>
                  <a:lnTo>
                    <a:pt x="411444" y="655721"/>
                  </a:lnTo>
                  <a:lnTo>
                    <a:pt x="371349" y="679340"/>
                  </a:lnTo>
                  <a:lnTo>
                    <a:pt x="413212" y="661203"/>
                  </a:lnTo>
                  <a:lnTo>
                    <a:pt x="452237" y="638296"/>
                  </a:lnTo>
                  <a:lnTo>
                    <a:pt x="488055" y="610987"/>
                  </a:lnTo>
                  <a:lnTo>
                    <a:pt x="520296" y="579646"/>
                  </a:lnTo>
                  <a:lnTo>
                    <a:pt x="548591" y="544644"/>
                  </a:lnTo>
                  <a:lnTo>
                    <a:pt x="572571" y="506350"/>
                  </a:lnTo>
                  <a:lnTo>
                    <a:pt x="591865" y="465134"/>
                  </a:lnTo>
                  <a:lnTo>
                    <a:pt x="606104" y="421367"/>
                  </a:lnTo>
                  <a:lnTo>
                    <a:pt x="614919" y="375417"/>
                  </a:lnTo>
                  <a:lnTo>
                    <a:pt x="617939" y="327654"/>
                  </a:lnTo>
                  <a:lnTo>
                    <a:pt x="616959" y="299647"/>
                  </a:lnTo>
                  <a:lnTo>
                    <a:pt x="608835" y="245447"/>
                  </a:lnTo>
                  <a:lnTo>
                    <a:pt x="591236" y="190854"/>
                  </a:lnTo>
                  <a:lnTo>
                    <a:pt x="552797" y="128630"/>
                  </a:lnTo>
                  <a:lnTo>
                    <a:pt x="524612" y="96713"/>
                  </a:lnTo>
                  <a:lnTo>
                    <a:pt x="490443" y="66624"/>
                  </a:lnTo>
                  <a:lnTo>
                    <a:pt x="450284" y="40135"/>
                  </a:lnTo>
                  <a:lnTo>
                    <a:pt x="404132" y="19020"/>
                  </a:lnTo>
                  <a:lnTo>
                    <a:pt x="351980" y="5050"/>
                  </a:lnTo>
                  <a:lnTo>
                    <a:pt x="293823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429932" y="10647279"/>
              <a:ext cx="2753995" cy="322580"/>
            </a:xfrm>
            <a:custGeom>
              <a:avLst/>
              <a:gdLst/>
              <a:ahLst/>
              <a:cxnLst/>
              <a:rect l="l" t="t" r="r" b="b"/>
              <a:pathLst>
                <a:path w="2753995" h="322579">
                  <a:moveTo>
                    <a:pt x="178676" y="22745"/>
                  </a:moveTo>
                  <a:lnTo>
                    <a:pt x="11264" y="22745"/>
                  </a:lnTo>
                  <a:lnTo>
                    <a:pt x="11264" y="55765"/>
                  </a:lnTo>
                  <a:lnTo>
                    <a:pt x="141427" y="55765"/>
                  </a:lnTo>
                  <a:lnTo>
                    <a:pt x="141427" y="209435"/>
                  </a:lnTo>
                  <a:lnTo>
                    <a:pt x="178676" y="209435"/>
                  </a:lnTo>
                  <a:lnTo>
                    <a:pt x="178676" y="55765"/>
                  </a:lnTo>
                  <a:lnTo>
                    <a:pt x="178676" y="22745"/>
                  </a:lnTo>
                  <a:close/>
                </a:path>
                <a:path w="2753995" h="322579">
                  <a:moveTo>
                    <a:pt x="197802" y="244995"/>
                  </a:moveTo>
                  <a:lnTo>
                    <a:pt x="99758" y="244995"/>
                  </a:lnTo>
                  <a:lnTo>
                    <a:pt x="99758" y="145580"/>
                  </a:lnTo>
                  <a:lnTo>
                    <a:pt x="62179" y="145580"/>
                  </a:lnTo>
                  <a:lnTo>
                    <a:pt x="62179" y="244995"/>
                  </a:lnTo>
                  <a:lnTo>
                    <a:pt x="0" y="244995"/>
                  </a:lnTo>
                  <a:lnTo>
                    <a:pt x="0" y="278599"/>
                  </a:lnTo>
                  <a:lnTo>
                    <a:pt x="197802" y="278599"/>
                  </a:lnTo>
                  <a:lnTo>
                    <a:pt x="197802" y="244995"/>
                  </a:lnTo>
                  <a:close/>
                </a:path>
                <a:path w="2753995" h="322579">
                  <a:moveTo>
                    <a:pt x="297916" y="133235"/>
                  </a:moveTo>
                  <a:lnTo>
                    <a:pt x="258953" y="133235"/>
                  </a:lnTo>
                  <a:lnTo>
                    <a:pt x="258953" y="6235"/>
                  </a:lnTo>
                  <a:lnTo>
                    <a:pt x="221043" y="6235"/>
                  </a:lnTo>
                  <a:lnTo>
                    <a:pt x="221043" y="133235"/>
                  </a:lnTo>
                  <a:lnTo>
                    <a:pt x="221043" y="168795"/>
                  </a:lnTo>
                  <a:lnTo>
                    <a:pt x="221043" y="308495"/>
                  </a:lnTo>
                  <a:lnTo>
                    <a:pt x="258953" y="308495"/>
                  </a:lnTo>
                  <a:lnTo>
                    <a:pt x="258953" y="168795"/>
                  </a:lnTo>
                  <a:lnTo>
                    <a:pt x="297916" y="168795"/>
                  </a:lnTo>
                  <a:lnTo>
                    <a:pt x="297916" y="133235"/>
                  </a:lnTo>
                  <a:close/>
                </a:path>
                <a:path w="2753995" h="322579">
                  <a:moveTo>
                    <a:pt x="468147" y="127939"/>
                  </a:moveTo>
                  <a:lnTo>
                    <a:pt x="453783" y="88353"/>
                  </a:lnTo>
                  <a:lnTo>
                    <a:pt x="431927" y="71945"/>
                  </a:lnTo>
                  <a:lnTo>
                    <a:pt x="431927" y="118554"/>
                  </a:lnTo>
                  <a:lnTo>
                    <a:pt x="431888" y="127939"/>
                  </a:lnTo>
                  <a:lnTo>
                    <a:pt x="404507" y="160235"/>
                  </a:lnTo>
                  <a:lnTo>
                    <a:pt x="397764" y="160858"/>
                  </a:lnTo>
                  <a:lnTo>
                    <a:pt x="391007" y="160235"/>
                  </a:lnTo>
                  <a:lnTo>
                    <a:pt x="364655" y="134467"/>
                  </a:lnTo>
                  <a:lnTo>
                    <a:pt x="364553" y="134150"/>
                  </a:lnTo>
                  <a:lnTo>
                    <a:pt x="363969" y="127939"/>
                  </a:lnTo>
                  <a:lnTo>
                    <a:pt x="363943" y="118554"/>
                  </a:lnTo>
                  <a:lnTo>
                    <a:pt x="367233" y="110794"/>
                  </a:lnTo>
                  <a:lnTo>
                    <a:pt x="397764" y="94665"/>
                  </a:lnTo>
                  <a:lnTo>
                    <a:pt x="404507" y="95275"/>
                  </a:lnTo>
                  <a:lnTo>
                    <a:pt x="431927" y="118554"/>
                  </a:lnTo>
                  <a:lnTo>
                    <a:pt x="431927" y="71945"/>
                  </a:lnTo>
                  <a:lnTo>
                    <a:pt x="397764" y="63474"/>
                  </a:lnTo>
                  <a:lnTo>
                    <a:pt x="390525" y="63804"/>
                  </a:lnTo>
                  <a:lnTo>
                    <a:pt x="352856" y="78422"/>
                  </a:lnTo>
                  <a:lnTo>
                    <a:pt x="328447" y="115074"/>
                  </a:lnTo>
                  <a:lnTo>
                    <a:pt x="327050" y="127939"/>
                  </a:lnTo>
                  <a:lnTo>
                    <a:pt x="327380" y="134150"/>
                  </a:lnTo>
                  <a:lnTo>
                    <a:pt x="327393" y="134467"/>
                  </a:lnTo>
                  <a:lnTo>
                    <a:pt x="328358" y="140233"/>
                  </a:lnTo>
                  <a:lnTo>
                    <a:pt x="328447" y="140830"/>
                  </a:lnTo>
                  <a:lnTo>
                    <a:pt x="330212" y="147015"/>
                  </a:lnTo>
                  <a:lnTo>
                    <a:pt x="352856" y="177774"/>
                  </a:lnTo>
                  <a:lnTo>
                    <a:pt x="390525" y="192417"/>
                  </a:lnTo>
                  <a:lnTo>
                    <a:pt x="397764" y="192735"/>
                  </a:lnTo>
                  <a:lnTo>
                    <a:pt x="404977" y="192417"/>
                  </a:lnTo>
                  <a:lnTo>
                    <a:pt x="442506" y="177774"/>
                  </a:lnTo>
                  <a:lnTo>
                    <a:pt x="458114" y="160858"/>
                  </a:lnTo>
                  <a:lnTo>
                    <a:pt x="459460" y="158788"/>
                  </a:lnTo>
                  <a:lnTo>
                    <a:pt x="462495" y="153047"/>
                  </a:lnTo>
                  <a:lnTo>
                    <a:pt x="464972" y="147015"/>
                  </a:lnTo>
                  <a:lnTo>
                    <a:pt x="466737" y="140830"/>
                  </a:lnTo>
                  <a:lnTo>
                    <a:pt x="467791" y="134467"/>
                  </a:lnTo>
                  <a:lnTo>
                    <a:pt x="468147" y="127939"/>
                  </a:lnTo>
                  <a:close/>
                </a:path>
                <a:path w="2753995" h="322579">
                  <a:moveTo>
                    <a:pt x="485559" y="25120"/>
                  </a:moveTo>
                  <a:lnTo>
                    <a:pt x="417563" y="25120"/>
                  </a:lnTo>
                  <a:lnTo>
                    <a:pt x="417563" y="0"/>
                  </a:lnTo>
                  <a:lnTo>
                    <a:pt x="377596" y="0"/>
                  </a:lnTo>
                  <a:lnTo>
                    <a:pt x="377596" y="25120"/>
                  </a:lnTo>
                  <a:lnTo>
                    <a:pt x="307898" y="25120"/>
                  </a:lnTo>
                  <a:lnTo>
                    <a:pt x="307898" y="57683"/>
                  </a:lnTo>
                  <a:lnTo>
                    <a:pt x="485559" y="57683"/>
                  </a:lnTo>
                  <a:lnTo>
                    <a:pt x="485559" y="25120"/>
                  </a:lnTo>
                  <a:close/>
                </a:path>
                <a:path w="2753995" h="322579">
                  <a:moveTo>
                    <a:pt x="560387" y="205638"/>
                  </a:moveTo>
                  <a:lnTo>
                    <a:pt x="320535" y="205638"/>
                  </a:lnTo>
                  <a:lnTo>
                    <a:pt x="320535" y="238887"/>
                  </a:lnTo>
                  <a:lnTo>
                    <a:pt x="522808" y="238887"/>
                  </a:lnTo>
                  <a:lnTo>
                    <a:pt x="522808" y="306070"/>
                  </a:lnTo>
                  <a:lnTo>
                    <a:pt x="560387" y="306070"/>
                  </a:lnTo>
                  <a:lnTo>
                    <a:pt x="560387" y="205638"/>
                  </a:lnTo>
                  <a:close/>
                </a:path>
                <a:path w="2753995" h="322579">
                  <a:moveTo>
                    <a:pt x="604100" y="77038"/>
                  </a:moveTo>
                  <a:lnTo>
                    <a:pt x="560387" y="77038"/>
                  </a:lnTo>
                  <a:lnTo>
                    <a:pt x="560387" y="6121"/>
                  </a:lnTo>
                  <a:lnTo>
                    <a:pt x="522808" y="6121"/>
                  </a:lnTo>
                  <a:lnTo>
                    <a:pt x="522808" y="188671"/>
                  </a:lnTo>
                  <a:lnTo>
                    <a:pt x="560387" y="188671"/>
                  </a:lnTo>
                  <a:lnTo>
                    <a:pt x="560387" y="114020"/>
                  </a:lnTo>
                  <a:lnTo>
                    <a:pt x="604100" y="114020"/>
                  </a:lnTo>
                  <a:lnTo>
                    <a:pt x="604100" y="77038"/>
                  </a:lnTo>
                  <a:close/>
                </a:path>
                <a:path w="2753995" h="322579">
                  <a:moveTo>
                    <a:pt x="775017" y="25247"/>
                  </a:moveTo>
                  <a:lnTo>
                    <a:pt x="620268" y="25247"/>
                  </a:lnTo>
                  <a:lnTo>
                    <a:pt x="620268" y="58267"/>
                  </a:lnTo>
                  <a:lnTo>
                    <a:pt x="737108" y="58267"/>
                  </a:lnTo>
                  <a:lnTo>
                    <a:pt x="737108" y="269087"/>
                  </a:lnTo>
                  <a:lnTo>
                    <a:pt x="775017" y="269087"/>
                  </a:lnTo>
                  <a:lnTo>
                    <a:pt x="775017" y="58267"/>
                  </a:lnTo>
                  <a:lnTo>
                    <a:pt x="775017" y="25247"/>
                  </a:lnTo>
                  <a:close/>
                </a:path>
                <a:path w="2753995" h="322579">
                  <a:moveTo>
                    <a:pt x="889127" y="6121"/>
                  </a:moveTo>
                  <a:lnTo>
                    <a:pt x="851204" y="6121"/>
                  </a:lnTo>
                  <a:lnTo>
                    <a:pt x="851204" y="308813"/>
                  </a:lnTo>
                  <a:lnTo>
                    <a:pt x="889127" y="308813"/>
                  </a:lnTo>
                  <a:lnTo>
                    <a:pt x="889127" y="6121"/>
                  </a:lnTo>
                  <a:close/>
                </a:path>
                <a:path w="2753995" h="322579">
                  <a:moveTo>
                    <a:pt x="1199756" y="90601"/>
                  </a:moveTo>
                  <a:lnTo>
                    <a:pt x="1129868" y="41757"/>
                  </a:lnTo>
                  <a:lnTo>
                    <a:pt x="1070622" y="355"/>
                  </a:lnTo>
                  <a:lnTo>
                    <a:pt x="941489" y="90601"/>
                  </a:lnTo>
                  <a:lnTo>
                    <a:pt x="964044" y="116738"/>
                  </a:lnTo>
                  <a:lnTo>
                    <a:pt x="1070622" y="41757"/>
                  </a:lnTo>
                  <a:lnTo>
                    <a:pt x="1177213" y="116738"/>
                  </a:lnTo>
                  <a:lnTo>
                    <a:pt x="1199756" y="90601"/>
                  </a:lnTo>
                  <a:close/>
                </a:path>
                <a:path w="2753995" h="322579">
                  <a:moveTo>
                    <a:pt x="1210703" y="123520"/>
                  </a:moveTo>
                  <a:lnTo>
                    <a:pt x="930567" y="123520"/>
                  </a:lnTo>
                  <a:lnTo>
                    <a:pt x="930567" y="154406"/>
                  </a:lnTo>
                  <a:lnTo>
                    <a:pt x="1051496" y="154406"/>
                  </a:lnTo>
                  <a:lnTo>
                    <a:pt x="1051496" y="177812"/>
                  </a:lnTo>
                  <a:lnTo>
                    <a:pt x="953096" y="177812"/>
                  </a:lnTo>
                  <a:lnTo>
                    <a:pt x="953096" y="207670"/>
                  </a:lnTo>
                  <a:lnTo>
                    <a:pt x="1150569" y="207670"/>
                  </a:lnTo>
                  <a:lnTo>
                    <a:pt x="1150569" y="224980"/>
                  </a:lnTo>
                  <a:lnTo>
                    <a:pt x="953096" y="224980"/>
                  </a:lnTo>
                  <a:lnTo>
                    <a:pt x="953096" y="303707"/>
                  </a:lnTo>
                  <a:lnTo>
                    <a:pt x="1192237" y="303707"/>
                  </a:lnTo>
                  <a:lnTo>
                    <a:pt x="1192237" y="272834"/>
                  </a:lnTo>
                  <a:lnTo>
                    <a:pt x="990346" y="272834"/>
                  </a:lnTo>
                  <a:lnTo>
                    <a:pt x="990346" y="254508"/>
                  </a:lnTo>
                  <a:lnTo>
                    <a:pt x="1188148" y="254508"/>
                  </a:lnTo>
                  <a:lnTo>
                    <a:pt x="1188148" y="177812"/>
                  </a:lnTo>
                  <a:lnTo>
                    <a:pt x="1089418" y="177812"/>
                  </a:lnTo>
                  <a:lnTo>
                    <a:pt x="1089418" y="154406"/>
                  </a:lnTo>
                  <a:lnTo>
                    <a:pt x="1210703" y="154406"/>
                  </a:lnTo>
                  <a:lnTo>
                    <a:pt x="1210703" y="123520"/>
                  </a:lnTo>
                  <a:close/>
                </a:path>
                <a:path w="2753995" h="322579">
                  <a:moveTo>
                    <a:pt x="1416113" y="141160"/>
                  </a:moveTo>
                  <a:lnTo>
                    <a:pt x="1369910" y="85178"/>
                  </a:lnTo>
                  <a:lnTo>
                    <a:pt x="1338554" y="47180"/>
                  </a:lnTo>
                  <a:lnTo>
                    <a:pt x="1413040" y="47180"/>
                  </a:lnTo>
                  <a:lnTo>
                    <a:pt x="1413040" y="14947"/>
                  </a:lnTo>
                  <a:lnTo>
                    <a:pt x="1238123" y="14947"/>
                  </a:lnTo>
                  <a:lnTo>
                    <a:pt x="1238123" y="47180"/>
                  </a:lnTo>
                  <a:lnTo>
                    <a:pt x="1315339" y="47180"/>
                  </a:lnTo>
                  <a:lnTo>
                    <a:pt x="1237780" y="146253"/>
                  </a:lnTo>
                  <a:lnTo>
                    <a:pt x="1265110" y="167982"/>
                  </a:lnTo>
                  <a:lnTo>
                    <a:pt x="1326946" y="85178"/>
                  </a:lnTo>
                  <a:lnTo>
                    <a:pt x="1389811" y="162877"/>
                  </a:lnTo>
                  <a:lnTo>
                    <a:pt x="1416113" y="141160"/>
                  </a:lnTo>
                  <a:close/>
                </a:path>
                <a:path w="2753995" h="322579">
                  <a:moveTo>
                    <a:pt x="1480337" y="244309"/>
                  </a:moveTo>
                  <a:lnTo>
                    <a:pt x="1466621" y="203060"/>
                  </a:lnTo>
                  <a:lnTo>
                    <a:pt x="1443113" y="181559"/>
                  </a:lnTo>
                  <a:lnTo>
                    <a:pt x="1443113" y="243992"/>
                  </a:lnTo>
                  <a:lnTo>
                    <a:pt x="1442377" y="251841"/>
                  </a:lnTo>
                  <a:lnTo>
                    <a:pt x="1416926" y="282371"/>
                  </a:lnTo>
                  <a:lnTo>
                    <a:pt x="1400746" y="285381"/>
                  </a:lnTo>
                  <a:lnTo>
                    <a:pt x="1392504" y="284632"/>
                  </a:lnTo>
                  <a:lnTo>
                    <a:pt x="1362125" y="259969"/>
                  </a:lnTo>
                  <a:lnTo>
                    <a:pt x="1359052" y="243992"/>
                  </a:lnTo>
                  <a:lnTo>
                    <a:pt x="1359725" y="236804"/>
                  </a:lnTo>
                  <a:lnTo>
                    <a:pt x="1359814" y="235800"/>
                  </a:lnTo>
                  <a:lnTo>
                    <a:pt x="1384858" y="205651"/>
                  </a:lnTo>
                  <a:lnTo>
                    <a:pt x="1400746" y="202603"/>
                  </a:lnTo>
                  <a:lnTo>
                    <a:pt x="1409141" y="203365"/>
                  </a:lnTo>
                  <a:lnTo>
                    <a:pt x="1439989" y="228206"/>
                  </a:lnTo>
                  <a:lnTo>
                    <a:pt x="1443113" y="243992"/>
                  </a:lnTo>
                  <a:lnTo>
                    <a:pt x="1443113" y="181559"/>
                  </a:lnTo>
                  <a:lnTo>
                    <a:pt x="1401089" y="170014"/>
                  </a:lnTo>
                  <a:lnTo>
                    <a:pt x="1393139" y="170383"/>
                  </a:lnTo>
                  <a:lnTo>
                    <a:pt x="1356664" y="182943"/>
                  </a:lnTo>
                  <a:lnTo>
                    <a:pt x="1328153" y="215658"/>
                  </a:lnTo>
                  <a:lnTo>
                    <a:pt x="1321828" y="244309"/>
                  </a:lnTo>
                  <a:lnTo>
                    <a:pt x="1322222" y="251841"/>
                  </a:lnTo>
                  <a:lnTo>
                    <a:pt x="1340027" y="291287"/>
                  </a:lnTo>
                  <a:lnTo>
                    <a:pt x="1377759" y="315290"/>
                  </a:lnTo>
                  <a:lnTo>
                    <a:pt x="1401089" y="318643"/>
                  </a:lnTo>
                  <a:lnTo>
                    <a:pt x="1409166" y="318274"/>
                  </a:lnTo>
                  <a:lnTo>
                    <a:pt x="1445526" y="305701"/>
                  </a:lnTo>
                  <a:lnTo>
                    <a:pt x="1474012" y="272999"/>
                  </a:lnTo>
                  <a:lnTo>
                    <a:pt x="1479943" y="251841"/>
                  </a:lnTo>
                  <a:lnTo>
                    <a:pt x="1480337" y="244309"/>
                  </a:lnTo>
                  <a:close/>
                </a:path>
                <a:path w="2753995" h="322579">
                  <a:moveTo>
                    <a:pt x="1506296" y="6121"/>
                  </a:moveTo>
                  <a:lnTo>
                    <a:pt x="1468374" y="6121"/>
                  </a:lnTo>
                  <a:lnTo>
                    <a:pt x="1468374" y="68554"/>
                  </a:lnTo>
                  <a:lnTo>
                    <a:pt x="1411668" y="68554"/>
                  </a:lnTo>
                  <a:lnTo>
                    <a:pt x="1411668" y="101130"/>
                  </a:lnTo>
                  <a:lnTo>
                    <a:pt x="1468374" y="101130"/>
                  </a:lnTo>
                  <a:lnTo>
                    <a:pt x="1468374" y="166624"/>
                  </a:lnTo>
                  <a:lnTo>
                    <a:pt x="1506296" y="166624"/>
                  </a:lnTo>
                  <a:lnTo>
                    <a:pt x="1506296" y="6121"/>
                  </a:lnTo>
                  <a:close/>
                </a:path>
                <a:path w="2753995" h="322579">
                  <a:moveTo>
                    <a:pt x="1827885" y="253149"/>
                  </a:moveTo>
                  <a:lnTo>
                    <a:pt x="1706600" y="253149"/>
                  </a:lnTo>
                  <a:lnTo>
                    <a:pt x="1706600" y="192506"/>
                  </a:lnTo>
                  <a:lnTo>
                    <a:pt x="1805330" y="192506"/>
                  </a:lnTo>
                  <a:lnTo>
                    <a:pt x="1805330" y="159486"/>
                  </a:lnTo>
                  <a:lnTo>
                    <a:pt x="1607527" y="159486"/>
                  </a:lnTo>
                  <a:lnTo>
                    <a:pt x="1607527" y="98526"/>
                  </a:lnTo>
                  <a:lnTo>
                    <a:pt x="1767751" y="98526"/>
                  </a:lnTo>
                  <a:lnTo>
                    <a:pt x="1767751" y="159143"/>
                  </a:lnTo>
                  <a:lnTo>
                    <a:pt x="1805330" y="159143"/>
                  </a:lnTo>
                  <a:lnTo>
                    <a:pt x="1805330" y="98526"/>
                  </a:lnTo>
                  <a:lnTo>
                    <a:pt x="1805330" y="98069"/>
                  </a:lnTo>
                  <a:lnTo>
                    <a:pt x="1805330" y="65506"/>
                  </a:lnTo>
                  <a:lnTo>
                    <a:pt x="1805330" y="18999"/>
                  </a:lnTo>
                  <a:lnTo>
                    <a:pt x="1767751" y="18999"/>
                  </a:lnTo>
                  <a:lnTo>
                    <a:pt x="1767751" y="65506"/>
                  </a:lnTo>
                  <a:lnTo>
                    <a:pt x="1607527" y="65506"/>
                  </a:lnTo>
                  <a:lnTo>
                    <a:pt x="1607527" y="18516"/>
                  </a:lnTo>
                  <a:lnTo>
                    <a:pt x="1570278" y="18516"/>
                  </a:lnTo>
                  <a:lnTo>
                    <a:pt x="1570278" y="65506"/>
                  </a:lnTo>
                  <a:lnTo>
                    <a:pt x="1570278" y="98526"/>
                  </a:lnTo>
                  <a:lnTo>
                    <a:pt x="1570278" y="159486"/>
                  </a:lnTo>
                  <a:lnTo>
                    <a:pt x="1570278" y="192506"/>
                  </a:lnTo>
                  <a:lnTo>
                    <a:pt x="1668678" y="192506"/>
                  </a:lnTo>
                  <a:lnTo>
                    <a:pt x="1668678" y="253149"/>
                  </a:lnTo>
                  <a:lnTo>
                    <a:pt x="1547749" y="253149"/>
                  </a:lnTo>
                  <a:lnTo>
                    <a:pt x="1547749" y="286397"/>
                  </a:lnTo>
                  <a:lnTo>
                    <a:pt x="1827885" y="286397"/>
                  </a:lnTo>
                  <a:lnTo>
                    <a:pt x="1827885" y="253149"/>
                  </a:lnTo>
                  <a:close/>
                </a:path>
                <a:path w="2753995" h="322579">
                  <a:moveTo>
                    <a:pt x="2070874" y="255524"/>
                  </a:moveTo>
                  <a:lnTo>
                    <a:pt x="2059038" y="219227"/>
                  </a:lnTo>
                  <a:lnTo>
                    <a:pt x="2058530" y="218452"/>
                  </a:lnTo>
                  <a:lnTo>
                    <a:pt x="2033295" y="197408"/>
                  </a:lnTo>
                  <a:lnTo>
                    <a:pt x="2033295" y="255168"/>
                  </a:lnTo>
                  <a:lnTo>
                    <a:pt x="2032622" y="262216"/>
                  </a:lnTo>
                  <a:lnTo>
                    <a:pt x="2032609" y="262382"/>
                  </a:lnTo>
                  <a:lnTo>
                    <a:pt x="2030666" y="268706"/>
                  </a:lnTo>
                  <a:lnTo>
                    <a:pt x="2030564" y="269049"/>
                  </a:lnTo>
                  <a:lnTo>
                    <a:pt x="1996401" y="291490"/>
                  </a:lnTo>
                  <a:lnTo>
                    <a:pt x="1989124" y="290817"/>
                  </a:lnTo>
                  <a:lnTo>
                    <a:pt x="1959851" y="262382"/>
                  </a:lnTo>
                  <a:lnTo>
                    <a:pt x="1959190" y="255524"/>
                  </a:lnTo>
                  <a:lnTo>
                    <a:pt x="1959152" y="255168"/>
                  </a:lnTo>
                  <a:lnTo>
                    <a:pt x="1959787" y="248691"/>
                  </a:lnTo>
                  <a:lnTo>
                    <a:pt x="1959851" y="247980"/>
                  </a:lnTo>
                  <a:lnTo>
                    <a:pt x="1961934" y="241350"/>
                  </a:lnTo>
                  <a:lnTo>
                    <a:pt x="1996401" y="219227"/>
                  </a:lnTo>
                  <a:lnTo>
                    <a:pt x="2003666" y="219875"/>
                  </a:lnTo>
                  <a:lnTo>
                    <a:pt x="2032609" y="247980"/>
                  </a:lnTo>
                  <a:lnTo>
                    <a:pt x="2033295" y="255168"/>
                  </a:lnTo>
                  <a:lnTo>
                    <a:pt x="2033295" y="197408"/>
                  </a:lnTo>
                  <a:lnTo>
                    <a:pt x="1996401" y="188683"/>
                  </a:lnTo>
                  <a:lnTo>
                    <a:pt x="1988820" y="189001"/>
                  </a:lnTo>
                  <a:lnTo>
                    <a:pt x="1948776" y="204025"/>
                  </a:lnTo>
                  <a:lnTo>
                    <a:pt x="1925104" y="235800"/>
                  </a:lnTo>
                  <a:lnTo>
                    <a:pt x="1921941" y="255168"/>
                  </a:lnTo>
                  <a:lnTo>
                    <a:pt x="1921916" y="255524"/>
                  </a:lnTo>
                  <a:lnTo>
                    <a:pt x="1934349" y="292468"/>
                  </a:lnTo>
                  <a:lnTo>
                    <a:pt x="1967357" y="316928"/>
                  </a:lnTo>
                  <a:lnTo>
                    <a:pt x="1996401" y="322376"/>
                  </a:lnTo>
                  <a:lnTo>
                    <a:pt x="2004123" y="322033"/>
                  </a:lnTo>
                  <a:lnTo>
                    <a:pt x="2044217" y="306692"/>
                  </a:lnTo>
                  <a:lnTo>
                    <a:pt x="2067636" y="275196"/>
                  </a:lnTo>
                  <a:lnTo>
                    <a:pt x="2069363" y="269049"/>
                  </a:lnTo>
                  <a:lnTo>
                    <a:pt x="2069465" y="268706"/>
                  </a:lnTo>
                  <a:lnTo>
                    <a:pt x="2070493" y="262382"/>
                  </a:lnTo>
                  <a:lnTo>
                    <a:pt x="2070519" y="262216"/>
                  </a:lnTo>
                  <a:lnTo>
                    <a:pt x="2070874" y="255524"/>
                  </a:lnTo>
                  <a:close/>
                </a:path>
                <a:path w="2753995" h="322579">
                  <a:moveTo>
                    <a:pt x="2136457" y="151333"/>
                  </a:moveTo>
                  <a:lnTo>
                    <a:pt x="2015172" y="151333"/>
                  </a:lnTo>
                  <a:lnTo>
                    <a:pt x="2015172" y="132003"/>
                  </a:lnTo>
                  <a:lnTo>
                    <a:pt x="2114613" y="132003"/>
                  </a:lnTo>
                  <a:lnTo>
                    <a:pt x="2114613" y="102158"/>
                  </a:lnTo>
                  <a:lnTo>
                    <a:pt x="1916455" y="102158"/>
                  </a:lnTo>
                  <a:lnTo>
                    <a:pt x="1916455" y="85178"/>
                  </a:lnTo>
                  <a:lnTo>
                    <a:pt x="2112213" y="85178"/>
                  </a:lnTo>
                  <a:lnTo>
                    <a:pt x="2112213" y="55651"/>
                  </a:lnTo>
                  <a:lnTo>
                    <a:pt x="1916455" y="55651"/>
                  </a:lnTo>
                  <a:lnTo>
                    <a:pt x="1916455" y="39725"/>
                  </a:lnTo>
                  <a:lnTo>
                    <a:pt x="2113572" y="39725"/>
                  </a:lnTo>
                  <a:lnTo>
                    <a:pt x="2113572" y="9182"/>
                  </a:lnTo>
                  <a:lnTo>
                    <a:pt x="1878876" y="9182"/>
                  </a:lnTo>
                  <a:lnTo>
                    <a:pt x="1878876" y="132003"/>
                  </a:lnTo>
                  <a:lnTo>
                    <a:pt x="1977275" y="132003"/>
                  </a:lnTo>
                  <a:lnTo>
                    <a:pt x="1977275" y="151333"/>
                  </a:lnTo>
                  <a:lnTo>
                    <a:pt x="1856320" y="151333"/>
                  </a:lnTo>
                  <a:lnTo>
                    <a:pt x="1856320" y="182232"/>
                  </a:lnTo>
                  <a:lnTo>
                    <a:pt x="2136457" y="182232"/>
                  </a:lnTo>
                  <a:lnTo>
                    <a:pt x="2136457" y="151333"/>
                  </a:lnTo>
                  <a:close/>
                </a:path>
                <a:path w="2753995" h="322579">
                  <a:moveTo>
                    <a:pt x="2352484" y="158826"/>
                  </a:moveTo>
                  <a:lnTo>
                    <a:pt x="2296782" y="69240"/>
                  </a:lnTo>
                  <a:lnTo>
                    <a:pt x="2256485" y="4419"/>
                  </a:lnTo>
                  <a:lnTo>
                    <a:pt x="2160130" y="161188"/>
                  </a:lnTo>
                  <a:lnTo>
                    <a:pt x="2191575" y="180187"/>
                  </a:lnTo>
                  <a:lnTo>
                    <a:pt x="2256485" y="69240"/>
                  </a:lnTo>
                  <a:lnTo>
                    <a:pt x="2321725" y="177812"/>
                  </a:lnTo>
                  <a:lnTo>
                    <a:pt x="2352484" y="158826"/>
                  </a:lnTo>
                  <a:close/>
                </a:path>
                <a:path w="2753995" h="322579">
                  <a:moveTo>
                    <a:pt x="2432075" y="6121"/>
                  </a:moveTo>
                  <a:lnTo>
                    <a:pt x="2394153" y="6121"/>
                  </a:lnTo>
                  <a:lnTo>
                    <a:pt x="2394153" y="199859"/>
                  </a:lnTo>
                  <a:lnTo>
                    <a:pt x="2432075" y="199859"/>
                  </a:lnTo>
                  <a:lnTo>
                    <a:pt x="2432075" y="6121"/>
                  </a:lnTo>
                  <a:close/>
                </a:path>
                <a:path w="2753995" h="322579">
                  <a:moveTo>
                    <a:pt x="2434806" y="269443"/>
                  </a:moveTo>
                  <a:lnTo>
                    <a:pt x="2222665" y="269443"/>
                  </a:lnTo>
                  <a:lnTo>
                    <a:pt x="2222665" y="201561"/>
                  </a:lnTo>
                  <a:lnTo>
                    <a:pt x="2185073" y="201561"/>
                  </a:lnTo>
                  <a:lnTo>
                    <a:pt x="2185073" y="302691"/>
                  </a:lnTo>
                  <a:lnTo>
                    <a:pt x="2434806" y="302691"/>
                  </a:lnTo>
                  <a:lnTo>
                    <a:pt x="2434806" y="269443"/>
                  </a:lnTo>
                  <a:close/>
                </a:path>
                <a:path w="2753995" h="322579">
                  <a:moveTo>
                    <a:pt x="2731097" y="50177"/>
                  </a:moveTo>
                  <a:lnTo>
                    <a:pt x="2533294" y="50177"/>
                  </a:lnTo>
                  <a:lnTo>
                    <a:pt x="2533294" y="10807"/>
                  </a:lnTo>
                  <a:lnTo>
                    <a:pt x="2496058" y="10807"/>
                  </a:lnTo>
                  <a:lnTo>
                    <a:pt x="2496058" y="50177"/>
                  </a:lnTo>
                  <a:lnTo>
                    <a:pt x="2496058" y="81927"/>
                  </a:lnTo>
                  <a:lnTo>
                    <a:pt x="2496058" y="123837"/>
                  </a:lnTo>
                  <a:lnTo>
                    <a:pt x="2496058" y="156857"/>
                  </a:lnTo>
                  <a:lnTo>
                    <a:pt x="2731097" y="156857"/>
                  </a:lnTo>
                  <a:lnTo>
                    <a:pt x="2731097" y="123875"/>
                  </a:lnTo>
                  <a:lnTo>
                    <a:pt x="2731097" y="82130"/>
                  </a:lnTo>
                  <a:lnTo>
                    <a:pt x="2693517" y="82130"/>
                  </a:lnTo>
                  <a:lnTo>
                    <a:pt x="2693517" y="123837"/>
                  </a:lnTo>
                  <a:lnTo>
                    <a:pt x="2533294" y="123837"/>
                  </a:lnTo>
                  <a:lnTo>
                    <a:pt x="2533294" y="81927"/>
                  </a:lnTo>
                  <a:lnTo>
                    <a:pt x="2731097" y="81927"/>
                  </a:lnTo>
                  <a:lnTo>
                    <a:pt x="2731097" y="50177"/>
                  </a:lnTo>
                  <a:close/>
                </a:path>
                <a:path w="2753995" h="322579">
                  <a:moveTo>
                    <a:pt x="2731097" y="11214"/>
                  </a:moveTo>
                  <a:lnTo>
                    <a:pt x="2693517" y="11214"/>
                  </a:lnTo>
                  <a:lnTo>
                    <a:pt x="2693517" y="49542"/>
                  </a:lnTo>
                  <a:lnTo>
                    <a:pt x="2731097" y="49542"/>
                  </a:lnTo>
                  <a:lnTo>
                    <a:pt x="2731097" y="11214"/>
                  </a:lnTo>
                  <a:close/>
                </a:path>
                <a:path w="2753995" h="322579">
                  <a:moveTo>
                    <a:pt x="2753639" y="197497"/>
                  </a:moveTo>
                  <a:lnTo>
                    <a:pt x="2473515" y="197497"/>
                  </a:lnTo>
                  <a:lnTo>
                    <a:pt x="2473515" y="230746"/>
                  </a:lnTo>
                  <a:lnTo>
                    <a:pt x="2594445" y="230746"/>
                  </a:lnTo>
                  <a:lnTo>
                    <a:pt x="2594445" y="308787"/>
                  </a:lnTo>
                  <a:lnTo>
                    <a:pt x="2632379" y="308787"/>
                  </a:lnTo>
                  <a:lnTo>
                    <a:pt x="2632379" y="230746"/>
                  </a:lnTo>
                  <a:lnTo>
                    <a:pt x="2753639" y="230746"/>
                  </a:lnTo>
                  <a:lnTo>
                    <a:pt x="2753639" y="197497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2663235" y="10718252"/>
              <a:ext cx="157480" cy="127000"/>
            </a:xfrm>
            <a:custGeom>
              <a:avLst/>
              <a:gdLst/>
              <a:ahLst/>
              <a:cxnLst/>
              <a:rect l="l" t="t" r="r" b="b"/>
              <a:pathLst>
                <a:path w="157479" h="127000">
                  <a:moveTo>
                    <a:pt x="78290" y="0"/>
                  </a:moveTo>
                  <a:lnTo>
                    <a:pt x="47920" y="4533"/>
                  </a:lnTo>
                  <a:lnTo>
                    <a:pt x="23022" y="17392"/>
                  </a:lnTo>
                  <a:lnTo>
                    <a:pt x="6186" y="37459"/>
                  </a:lnTo>
                  <a:lnTo>
                    <a:pt x="0" y="63621"/>
                  </a:lnTo>
                  <a:lnTo>
                    <a:pt x="6186" y="89734"/>
                  </a:lnTo>
                  <a:lnTo>
                    <a:pt x="23022" y="109686"/>
                  </a:lnTo>
                  <a:lnTo>
                    <a:pt x="47920" y="122427"/>
                  </a:lnTo>
                  <a:lnTo>
                    <a:pt x="78290" y="126907"/>
                  </a:lnTo>
                  <a:lnTo>
                    <a:pt x="108927" y="122427"/>
                  </a:lnTo>
                  <a:lnTo>
                    <a:pt x="134052" y="109686"/>
                  </a:lnTo>
                  <a:lnTo>
                    <a:pt x="142617" y="99630"/>
                  </a:lnTo>
                  <a:lnTo>
                    <a:pt x="78290" y="99630"/>
                  </a:lnTo>
                  <a:lnTo>
                    <a:pt x="64201" y="97100"/>
                  </a:lnTo>
                  <a:lnTo>
                    <a:pt x="52642" y="89883"/>
                  </a:lnTo>
                  <a:lnTo>
                    <a:pt x="44821" y="78537"/>
                  </a:lnTo>
                  <a:lnTo>
                    <a:pt x="41946" y="63621"/>
                  </a:lnTo>
                  <a:lnTo>
                    <a:pt x="44821" y="48511"/>
                  </a:lnTo>
                  <a:lnTo>
                    <a:pt x="52642" y="37065"/>
                  </a:lnTo>
                  <a:lnTo>
                    <a:pt x="64201" y="29811"/>
                  </a:lnTo>
                  <a:lnTo>
                    <a:pt x="78290" y="27276"/>
                  </a:lnTo>
                  <a:lnTo>
                    <a:pt x="142423" y="27276"/>
                  </a:lnTo>
                  <a:lnTo>
                    <a:pt x="134052" y="17392"/>
                  </a:lnTo>
                  <a:lnTo>
                    <a:pt x="108927" y="4533"/>
                  </a:lnTo>
                  <a:lnTo>
                    <a:pt x="78290" y="0"/>
                  </a:lnTo>
                  <a:close/>
                </a:path>
                <a:path w="157479" h="127000">
                  <a:moveTo>
                    <a:pt x="142423" y="27276"/>
                  </a:moveTo>
                  <a:lnTo>
                    <a:pt x="78290" y="27276"/>
                  </a:lnTo>
                  <a:lnTo>
                    <a:pt x="92578" y="29811"/>
                  </a:lnTo>
                  <a:lnTo>
                    <a:pt x="104248" y="37065"/>
                  </a:lnTo>
                  <a:lnTo>
                    <a:pt x="112116" y="48511"/>
                  </a:lnTo>
                  <a:lnTo>
                    <a:pt x="115001" y="63621"/>
                  </a:lnTo>
                  <a:lnTo>
                    <a:pt x="112116" y="78537"/>
                  </a:lnTo>
                  <a:lnTo>
                    <a:pt x="104351" y="89734"/>
                  </a:lnTo>
                  <a:lnTo>
                    <a:pt x="104248" y="89883"/>
                  </a:lnTo>
                  <a:lnTo>
                    <a:pt x="92578" y="97100"/>
                  </a:lnTo>
                  <a:lnTo>
                    <a:pt x="78290" y="99630"/>
                  </a:lnTo>
                  <a:lnTo>
                    <a:pt x="142617" y="99630"/>
                  </a:lnTo>
                  <a:lnTo>
                    <a:pt x="150920" y="89883"/>
                  </a:lnTo>
                  <a:lnTo>
                    <a:pt x="151046" y="89734"/>
                  </a:lnTo>
                  <a:lnTo>
                    <a:pt x="157293" y="63621"/>
                  </a:lnTo>
                  <a:lnTo>
                    <a:pt x="151046" y="37459"/>
                  </a:lnTo>
                  <a:lnTo>
                    <a:pt x="142423" y="27276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383797" y="10726652"/>
              <a:ext cx="160811" cy="118499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083222" y="10584714"/>
              <a:ext cx="163939" cy="163251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12606935" y="10566558"/>
              <a:ext cx="158750" cy="145415"/>
            </a:xfrm>
            <a:custGeom>
              <a:avLst/>
              <a:gdLst/>
              <a:ahLst/>
              <a:cxnLst/>
              <a:rect l="l" t="t" r="r" b="b"/>
              <a:pathLst>
                <a:path w="158750" h="145415">
                  <a:moveTo>
                    <a:pt x="158699" y="113944"/>
                  </a:moveTo>
                  <a:lnTo>
                    <a:pt x="133438" y="103378"/>
                  </a:lnTo>
                  <a:lnTo>
                    <a:pt x="115049" y="86741"/>
                  </a:lnTo>
                  <a:lnTo>
                    <a:pt x="103797" y="64643"/>
                  </a:lnTo>
                  <a:lnTo>
                    <a:pt x="99987" y="37744"/>
                  </a:lnTo>
                  <a:lnTo>
                    <a:pt x="99987" y="27609"/>
                  </a:lnTo>
                  <a:lnTo>
                    <a:pt x="150672" y="27609"/>
                  </a:lnTo>
                  <a:lnTo>
                    <a:pt x="150672" y="0"/>
                  </a:lnTo>
                  <a:lnTo>
                    <a:pt x="9448" y="0"/>
                  </a:lnTo>
                  <a:lnTo>
                    <a:pt x="9448" y="27609"/>
                  </a:lnTo>
                  <a:lnTo>
                    <a:pt x="58381" y="27609"/>
                  </a:lnTo>
                  <a:lnTo>
                    <a:pt x="58381" y="41249"/>
                  </a:lnTo>
                  <a:lnTo>
                    <a:pt x="54610" y="68135"/>
                  </a:lnTo>
                  <a:lnTo>
                    <a:pt x="43472" y="90220"/>
                  </a:lnTo>
                  <a:lnTo>
                    <a:pt x="25184" y="106870"/>
                  </a:lnTo>
                  <a:lnTo>
                    <a:pt x="0" y="117449"/>
                  </a:lnTo>
                  <a:lnTo>
                    <a:pt x="0" y="145402"/>
                  </a:lnTo>
                  <a:lnTo>
                    <a:pt x="42494" y="131381"/>
                  </a:lnTo>
                  <a:lnTo>
                    <a:pt x="73621" y="107619"/>
                  </a:lnTo>
                  <a:lnTo>
                    <a:pt x="80251" y="96266"/>
                  </a:lnTo>
                  <a:lnTo>
                    <a:pt x="84886" y="104127"/>
                  </a:lnTo>
                  <a:lnTo>
                    <a:pt x="116141" y="127889"/>
                  </a:lnTo>
                  <a:lnTo>
                    <a:pt x="158699" y="141909"/>
                  </a:lnTo>
                  <a:lnTo>
                    <a:pt x="158699" y="113944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372972" y="10562694"/>
              <a:ext cx="190852" cy="92646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12083212" y="10551166"/>
              <a:ext cx="1271270" cy="479425"/>
            </a:xfrm>
            <a:custGeom>
              <a:avLst/>
              <a:gdLst/>
              <a:ahLst/>
              <a:cxnLst/>
              <a:rect l="l" t="t" r="r" b="b"/>
              <a:pathLst>
                <a:path w="1271269" h="479425">
                  <a:moveTo>
                    <a:pt x="154165" y="15392"/>
                  </a:moveTo>
                  <a:lnTo>
                    <a:pt x="8051" y="15392"/>
                  </a:lnTo>
                  <a:lnTo>
                    <a:pt x="8051" y="43002"/>
                  </a:lnTo>
                  <a:lnTo>
                    <a:pt x="154165" y="43002"/>
                  </a:lnTo>
                  <a:lnTo>
                    <a:pt x="154165" y="15392"/>
                  </a:lnTo>
                  <a:close/>
                </a:path>
                <a:path w="1271269" h="479425">
                  <a:moveTo>
                    <a:pt x="227596" y="8737"/>
                  </a:moveTo>
                  <a:lnTo>
                    <a:pt x="185648" y="8737"/>
                  </a:lnTo>
                  <a:lnTo>
                    <a:pt x="185648" y="281051"/>
                  </a:lnTo>
                  <a:lnTo>
                    <a:pt x="227596" y="281051"/>
                  </a:lnTo>
                  <a:lnTo>
                    <a:pt x="227596" y="8737"/>
                  </a:lnTo>
                  <a:close/>
                </a:path>
                <a:path w="1271269" h="479425">
                  <a:moveTo>
                    <a:pt x="498424" y="130416"/>
                  </a:moveTo>
                  <a:lnTo>
                    <a:pt x="265264" y="130416"/>
                  </a:lnTo>
                  <a:lnTo>
                    <a:pt x="265264" y="158711"/>
                  </a:lnTo>
                  <a:lnTo>
                    <a:pt x="498424" y="158711"/>
                  </a:lnTo>
                  <a:lnTo>
                    <a:pt x="498424" y="130416"/>
                  </a:lnTo>
                  <a:close/>
                </a:path>
                <a:path w="1271269" h="479425">
                  <a:moveTo>
                    <a:pt x="750951" y="8737"/>
                  </a:moveTo>
                  <a:lnTo>
                    <a:pt x="709002" y="8737"/>
                  </a:lnTo>
                  <a:lnTo>
                    <a:pt x="709002" y="70256"/>
                  </a:lnTo>
                  <a:lnTo>
                    <a:pt x="660755" y="70256"/>
                  </a:lnTo>
                  <a:lnTo>
                    <a:pt x="660755" y="97536"/>
                  </a:lnTo>
                  <a:lnTo>
                    <a:pt x="709002" y="97536"/>
                  </a:lnTo>
                  <a:lnTo>
                    <a:pt x="709002" y="167462"/>
                  </a:lnTo>
                  <a:lnTo>
                    <a:pt x="750951" y="167462"/>
                  </a:lnTo>
                  <a:lnTo>
                    <a:pt x="750951" y="8737"/>
                  </a:lnTo>
                  <a:close/>
                </a:path>
                <a:path w="1271269" h="479425">
                  <a:moveTo>
                    <a:pt x="1012431" y="218135"/>
                  </a:moveTo>
                  <a:lnTo>
                    <a:pt x="918743" y="218135"/>
                  </a:lnTo>
                  <a:lnTo>
                    <a:pt x="918743" y="163614"/>
                  </a:lnTo>
                  <a:lnTo>
                    <a:pt x="982014" y="163614"/>
                  </a:lnTo>
                  <a:lnTo>
                    <a:pt x="987259" y="163614"/>
                  </a:lnTo>
                  <a:lnTo>
                    <a:pt x="988999" y="161505"/>
                  </a:lnTo>
                  <a:lnTo>
                    <a:pt x="988999" y="15392"/>
                  </a:lnTo>
                  <a:lnTo>
                    <a:pt x="947039" y="15392"/>
                  </a:lnTo>
                  <a:lnTo>
                    <a:pt x="947039" y="62230"/>
                  </a:lnTo>
                  <a:lnTo>
                    <a:pt x="947039" y="90195"/>
                  </a:lnTo>
                  <a:lnTo>
                    <a:pt x="947039" y="134607"/>
                  </a:lnTo>
                  <a:lnTo>
                    <a:pt x="945654" y="135991"/>
                  </a:lnTo>
                  <a:lnTo>
                    <a:pt x="849528" y="135991"/>
                  </a:lnTo>
                  <a:lnTo>
                    <a:pt x="848131" y="134607"/>
                  </a:lnTo>
                  <a:lnTo>
                    <a:pt x="848131" y="90195"/>
                  </a:lnTo>
                  <a:lnTo>
                    <a:pt x="947039" y="90195"/>
                  </a:lnTo>
                  <a:lnTo>
                    <a:pt x="947039" y="62230"/>
                  </a:lnTo>
                  <a:lnTo>
                    <a:pt x="848131" y="62230"/>
                  </a:lnTo>
                  <a:lnTo>
                    <a:pt x="848131" y="15392"/>
                  </a:lnTo>
                  <a:lnTo>
                    <a:pt x="806183" y="15392"/>
                  </a:lnTo>
                  <a:lnTo>
                    <a:pt x="806183" y="161505"/>
                  </a:lnTo>
                  <a:lnTo>
                    <a:pt x="807935" y="163614"/>
                  </a:lnTo>
                  <a:lnTo>
                    <a:pt x="876427" y="163614"/>
                  </a:lnTo>
                  <a:lnTo>
                    <a:pt x="876427" y="218135"/>
                  </a:lnTo>
                  <a:lnTo>
                    <a:pt x="782751" y="218135"/>
                  </a:lnTo>
                  <a:lnTo>
                    <a:pt x="782751" y="246443"/>
                  </a:lnTo>
                  <a:lnTo>
                    <a:pt x="1012431" y="246443"/>
                  </a:lnTo>
                  <a:lnTo>
                    <a:pt x="1012431" y="218135"/>
                  </a:lnTo>
                  <a:close/>
                </a:path>
                <a:path w="1271269" h="479425">
                  <a:moveTo>
                    <a:pt x="1180668" y="57340"/>
                  </a:moveTo>
                  <a:lnTo>
                    <a:pt x="1161478" y="15697"/>
                  </a:lnTo>
                  <a:lnTo>
                    <a:pt x="1138351" y="3733"/>
                  </a:lnTo>
                  <a:lnTo>
                    <a:pt x="1138351" y="57340"/>
                  </a:lnTo>
                  <a:lnTo>
                    <a:pt x="1136561" y="69646"/>
                  </a:lnTo>
                  <a:lnTo>
                    <a:pt x="1131658" y="78994"/>
                  </a:lnTo>
                  <a:lnTo>
                    <a:pt x="1124343" y="84950"/>
                  </a:lnTo>
                  <a:lnTo>
                    <a:pt x="1115275" y="87033"/>
                  </a:lnTo>
                  <a:lnTo>
                    <a:pt x="1106208" y="84950"/>
                  </a:lnTo>
                  <a:lnTo>
                    <a:pt x="1098892" y="78994"/>
                  </a:lnTo>
                  <a:lnTo>
                    <a:pt x="1093990" y="69646"/>
                  </a:lnTo>
                  <a:lnTo>
                    <a:pt x="1092200" y="57340"/>
                  </a:lnTo>
                  <a:lnTo>
                    <a:pt x="1093990" y="44831"/>
                  </a:lnTo>
                  <a:lnTo>
                    <a:pt x="1098892" y="35356"/>
                  </a:lnTo>
                  <a:lnTo>
                    <a:pt x="1106208" y="29349"/>
                  </a:lnTo>
                  <a:lnTo>
                    <a:pt x="1115275" y="27254"/>
                  </a:lnTo>
                  <a:lnTo>
                    <a:pt x="1124343" y="29349"/>
                  </a:lnTo>
                  <a:lnTo>
                    <a:pt x="1131658" y="35356"/>
                  </a:lnTo>
                  <a:lnTo>
                    <a:pt x="1136561" y="44831"/>
                  </a:lnTo>
                  <a:lnTo>
                    <a:pt x="1138351" y="57340"/>
                  </a:lnTo>
                  <a:lnTo>
                    <a:pt x="1138351" y="3733"/>
                  </a:lnTo>
                  <a:lnTo>
                    <a:pt x="1089926" y="4102"/>
                  </a:lnTo>
                  <a:lnTo>
                    <a:pt x="1055344" y="33782"/>
                  </a:lnTo>
                  <a:lnTo>
                    <a:pt x="1050239" y="57340"/>
                  </a:lnTo>
                  <a:lnTo>
                    <a:pt x="1055344" y="80848"/>
                  </a:lnTo>
                  <a:lnTo>
                    <a:pt x="1069263" y="98806"/>
                  </a:lnTo>
                  <a:lnTo>
                    <a:pt x="1089926" y="110286"/>
                  </a:lnTo>
                  <a:lnTo>
                    <a:pt x="1115275" y="114325"/>
                  </a:lnTo>
                  <a:lnTo>
                    <a:pt x="1140688" y="110286"/>
                  </a:lnTo>
                  <a:lnTo>
                    <a:pt x="1161478" y="98806"/>
                  </a:lnTo>
                  <a:lnTo>
                    <a:pt x="1170686" y="87033"/>
                  </a:lnTo>
                  <a:lnTo>
                    <a:pt x="1175512" y="80848"/>
                  </a:lnTo>
                  <a:lnTo>
                    <a:pt x="1180668" y="57340"/>
                  </a:lnTo>
                  <a:close/>
                </a:path>
                <a:path w="1271269" h="479425">
                  <a:moveTo>
                    <a:pt x="1200937" y="126212"/>
                  </a:moveTo>
                  <a:lnTo>
                    <a:pt x="1029982" y="126212"/>
                  </a:lnTo>
                  <a:lnTo>
                    <a:pt x="1029982" y="154508"/>
                  </a:lnTo>
                  <a:lnTo>
                    <a:pt x="1091145" y="154508"/>
                  </a:lnTo>
                  <a:lnTo>
                    <a:pt x="1091145" y="194373"/>
                  </a:lnTo>
                  <a:lnTo>
                    <a:pt x="1133094" y="194373"/>
                  </a:lnTo>
                  <a:lnTo>
                    <a:pt x="1133094" y="154508"/>
                  </a:lnTo>
                  <a:lnTo>
                    <a:pt x="1200937" y="154508"/>
                  </a:lnTo>
                  <a:lnTo>
                    <a:pt x="1200937" y="126212"/>
                  </a:lnTo>
                  <a:close/>
                </a:path>
                <a:path w="1271269" h="479425">
                  <a:moveTo>
                    <a:pt x="1259649" y="8750"/>
                  </a:moveTo>
                  <a:lnTo>
                    <a:pt x="1217701" y="8750"/>
                  </a:lnTo>
                  <a:lnTo>
                    <a:pt x="1217701" y="170230"/>
                  </a:lnTo>
                  <a:lnTo>
                    <a:pt x="1164221" y="170230"/>
                  </a:lnTo>
                  <a:lnTo>
                    <a:pt x="1164221" y="197485"/>
                  </a:lnTo>
                  <a:lnTo>
                    <a:pt x="1217701" y="197485"/>
                  </a:lnTo>
                  <a:lnTo>
                    <a:pt x="1217701" y="221983"/>
                  </a:lnTo>
                  <a:lnTo>
                    <a:pt x="1259649" y="221983"/>
                  </a:lnTo>
                  <a:lnTo>
                    <a:pt x="1259649" y="8750"/>
                  </a:lnTo>
                  <a:close/>
                </a:path>
                <a:path w="1271269" h="479425">
                  <a:moveTo>
                    <a:pt x="1265593" y="256933"/>
                  </a:moveTo>
                  <a:lnTo>
                    <a:pt x="1128204" y="256933"/>
                  </a:lnTo>
                  <a:lnTo>
                    <a:pt x="1126807" y="255549"/>
                  </a:lnTo>
                  <a:lnTo>
                    <a:pt x="1126807" y="207632"/>
                  </a:lnTo>
                  <a:lnTo>
                    <a:pt x="1084160" y="207632"/>
                  </a:lnTo>
                  <a:lnTo>
                    <a:pt x="1084160" y="282105"/>
                  </a:lnTo>
                  <a:lnTo>
                    <a:pt x="1086256" y="284543"/>
                  </a:lnTo>
                  <a:lnTo>
                    <a:pt x="1265593" y="284543"/>
                  </a:lnTo>
                  <a:lnTo>
                    <a:pt x="1265593" y="256933"/>
                  </a:lnTo>
                  <a:close/>
                </a:path>
                <a:path w="1271269" h="479425">
                  <a:moveTo>
                    <a:pt x="1270927" y="345122"/>
                  </a:moveTo>
                  <a:lnTo>
                    <a:pt x="0" y="345122"/>
                  </a:lnTo>
                  <a:lnTo>
                    <a:pt x="0" y="479399"/>
                  </a:lnTo>
                  <a:lnTo>
                    <a:pt x="1270927" y="479399"/>
                  </a:lnTo>
                  <a:lnTo>
                    <a:pt x="1270927" y="345122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2152454" y="10915567"/>
              <a:ext cx="1132205" cy="97790"/>
            </a:xfrm>
            <a:custGeom>
              <a:avLst/>
              <a:gdLst/>
              <a:ahLst/>
              <a:cxnLst/>
              <a:rect l="l" t="t" r="r" b="b"/>
              <a:pathLst>
                <a:path w="1132205" h="97790">
                  <a:moveTo>
                    <a:pt x="471670" y="55987"/>
                  </a:moveTo>
                  <a:lnTo>
                    <a:pt x="469982" y="55987"/>
                  </a:lnTo>
                  <a:lnTo>
                    <a:pt x="460830" y="57355"/>
                  </a:lnTo>
                  <a:lnTo>
                    <a:pt x="452639" y="61588"/>
                  </a:lnTo>
                  <a:lnTo>
                    <a:pt x="447100" y="68191"/>
                  </a:lnTo>
                  <a:lnTo>
                    <a:pt x="445064" y="76793"/>
                  </a:lnTo>
                  <a:lnTo>
                    <a:pt x="447100" y="85379"/>
                  </a:lnTo>
                  <a:lnTo>
                    <a:pt x="452639" y="91946"/>
                  </a:lnTo>
                  <a:lnTo>
                    <a:pt x="460830" y="96143"/>
                  </a:lnTo>
                  <a:lnTo>
                    <a:pt x="470823" y="97620"/>
                  </a:lnTo>
                  <a:lnTo>
                    <a:pt x="480896" y="96143"/>
                  </a:lnTo>
                  <a:lnTo>
                    <a:pt x="489161" y="91946"/>
                  </a:lnTo>
                  <a:lnTo>
                    <a:pt x="491972" y="88646"/>
                  </a:lnTo>
                  <a:lnTo>
                    <a:pt x="464268" y="88646"/>
                  </a:lnTo>
                  <a:lnTo>
                    <a:pt x="458865" y="84039"/>
                  </a:lnTo>
                  <a:lnTo>
                    <a:pt x="458865" y="69442"/>
                  </a:lnTo>
                  <a:lnTo>
                    <a:pt x="464268" y="64835"/>
                  </a:lnTo>
                  <a:lnTo>
                    <a:pt x="491912" y="64835"/>
                  </a:lnTo>
                  <a:lnTo>
                    <a:pt x="489161" y="61588"/>
                  </a:lnTo>
                  <a:lnTo>
                    <a:pt x="480896" y="57355"/>
                  </a:lnTo>
                  <a:lnTo>
                    <a:pt x="471670" y="55987"/>
                  </a:lnTo>
                  <a:close/>
                </a:path>
                <a:path w="1132205" h="97790">
                  <a:moveTo>
                    <a:pt x="491912" y="64835"/>
                  </a:moveTo>
                  <a:lnTo>
                    <a:pt x="477482" y="64835"/>
                  </a:lnTo>
                  <a:lnTo>
                    <a:pt x="482896" y="69442"/>
                  </a:lnTo>
                  <a:lnTo>
                    <a:pt x="482896" y="84039"/>
                  </a:lnTo>
                  <a:lnTo>
                    <a:pt x="477482" y="88646"/>
                  </a:lnTo>
                  <a:lnTo>
                    <a:pt x="491972" y="88646"/>
                  </a:lnTo>
                  <a:lnTo>
                    <a:pt x="494755" y="85379"/>
                  </a:lnTo>
                  <a:lnTo>
                    <a:pt x="496812" y="76793"/>
                  </a:lnTo>
                  <a:lnTo>
                    <a:pt x="494755" y="68191"/>
                  </a:lnTo>
                  <a:lnTo>
                    <a:pt x="491912" y="64835"/>
                  </a:lnTo>
                  <a:close/>
                </a:path>
                <a:path w="1132205" h="97790">
                  <a:moveTo>
                    <a:pt x="501283" y="3779"/>
                  </a:moveTo>
                  <a:lnTo>
                    <a:pt x="487482" y="3779"/>
                  </a:lnTo>
                  <a:lnTo>
                    <a:pt x="487482" y="55987"/>
                  </a:lnTo>
                  <a:lnTo>
                    <a:pt x="501283" y="55987"/>
                  </a:lnTo>
                  <a:lnTo>
                    <a:pt x="501283" y="32983"/>
                  </a:lnTo>
                  <a:lnTo>
                    <a:pt x="490948" y="32983"/>
                  </a:lnTo>
                  <a:lnTo>
                    <a:pt x="490948" y="24009"/>
                  </a:lnTo>
                  <a:lnTo>
                    <a:pt x="501283" y="24009"/>
                  </a:lnTo>
                  <a:lnTo>
                    <a:pt x="501283" y="3779"/>
                  </a:lnTo>
                  <a:close/>
                </a:path>
                <a:path w="1132205" h="97790">
                  <a:moveTo>
                    <a:pt x="445986" y="13674"/>
                  </a:moveTo>
                  <a:lnTo>
                    <a:pt x="445766" y="13674"/>
                  </a:lnTo>
                  <a:lnTo>
                    <a:pt x="445766" y="19538"/>
                  </a:lnTo>
                  <a:lnTo>
                    <a:pt x="444526" y="28376"/>
                  </a:lnTo>
                  <a:lnTo>
                    <a:pt x="440858" y="35636"/>
                  </a:lnTo>
                  <a:lnTo>
                    <a:pt x="434837" y="41111"/>
                  </a:lnTo>
                  <a:lnTo>
                    <a:pt x="426541" y="44595"/>
                  </a:lnTo>
                  <a:lnTo>
                    <a:pt x="426541" y="53788"/>
                  </a:lnTo>
                  <a:lnTo>
                    <a:pt x="440523" y="49177"/>
                  </a:lnTo>
                  <a:lnTo>
                    <a:pt x="450763" y="41363"/>
                  </a:lnTo>
                  <a:lnTo>
                    <a:pt x="452948" y="37625"/>
                  </a:lnTo>
                  <a:lnTo>
                    <a:pt x="448146" y="29454"/>
                  </a:lnTo>
                  <a:lnTo>
                    <a:pt x="445986" y="15978"/>
                  </a:lnTo>
                  <a:lnTo>
                    <a:pt x="445986" y="13674"/>
                  </a:lnTo>
                  <a:close/>
                </a:path>
                <a:path w="1132205" h="97790">
                  <a:moveTo>
                    <a:pt x="459441" y="13674"/>
                  </a:moveTo>
                  <a:lnTo>
                    <a:pt x="459200" y="13674"/>
                  </a:lnTo>
                  <a:lnTo>
                    <a:pt x="459200" y="17119"/>
                  </a:lnTo>
                  <a:lnTo>
                    <a:pt x="457057" y="30596"/>
                  </a:lnTo>
                  <a:lnTo>
                    <a:pt x="452948" y="37625"/>
                  </a:lnTo>
                  <a:lnTo>
                    <a:pt x="454475" y="40222"/>
                  </a:lnTo>
                  <a:lnTo>
                    <a:pt x="464751" y="48035"/>
                  </a:lnTo>
                  <a:lnTo>
                    <a:pt x="478749" y="52647"/>
                  </a:lnTo>
                  <a:lnTo>
                    <a:pt x="478749" y="43454"/>
                  </a:lnTo>
                  <a:lnTo>
                    <a:pt x="470445" y="39970"/>
                  </a:lnTo>
                  <a:lnTo>
                    <a:pt x="464395" y="34493"/>
                  </a:lnTo>
                  <a:lnTo>
                    <a:pt x="460695" y="27230"/>
                  </a:lnTo>
                  <a:lnTo>
                    <a:pt x="459441" y="18386"/>
                  </a:lnTo>
                  <a:lnTo>
                    <a:pt x="459441" y="13674"/>
                  </a:lnTo>
                  <a:close/>
                </a:path>
                <a:path w="1132205" h="97790">
                  <a:moveTo>
                    <a:pt x="459441" y="11371"/>
                  </a:moveTo>
                  <a:lnTo>
                    <a:pt x="445986" y="11371"/>
                  </a:lnTo>
                  <a:lnTo>
                    <a:pt x="445986" y="15978"/>
                  </a:lnTo>
                  <a:lnTo>
                    <a:pt x="448146" y="29454"/>
                  </a:lnTo>
                  <a:lnTo>
                    <a:pt x="452948" y="37625"/>
                  </a:lnTo>
                  <a:lnTo>
                    <a:pt x="457057" y="30596"/>
                  </a:lnTo>
                  <a:lnTo>
                    <a:pt x="459200" y="17119"/>
                  </a:lnTo>
                  <a:lnTo>
                    <a:pt x="459200" y="13674"/>
                  </a:lnTo>
                  <a:lnTo>
                    <a:pt x="459441" y="13674"/>
                  </a:lnTo>
                  <a:lnTo>
                    <a:pt x="459441" y="11371"/>
                  </a:lnTo>
                  <a:close/>
                </a:path>
                <a:path w="1132205" h="97790">
                  <a:moveTo>
                    <a:pt x="487482" y="24009"/>
                  </a:moveTo>
                  <a:lnTo>
                    <a:pt x="471640" y="24009"/>
                  </a:lnTo>
                  <a:lnTo>
                    <a:pt x="471640" y="32983"/>
                  </a:lnTo>
                  <a:lnTo>
                    <a:pt x="487482" y="32983"/>
                  </a:lnTo>
                  <a:lnTo>
                    <a:pt x="487482" y="24009"/>
                  </a:lnTo>
                  <a:close/>
                </a:path>
                <a:path w="1132205" h="97790">
                  <a:moveTo>
                    <a:pt x="501283" y="24009"/>
                  </a:moveTo>
                  <a:lnTo>
                    <a:pt x="490948" y="24009"/>
                  </a:lnTo>
                  <a:lnTo>
                    <a:pt x="490948" y="32983"/>
                  </a:lnTo>
                  <a:lnTo>
                    <a:pt x="501283" y="32983"/>
                  </a:lnTo>
                  <a:lnTo>
                    <a:pt x="501283" y="24009"/>
                  </a:lnTo>
                  <a:close/>
                </a:path>
                <a:path w="1132205" h="97790">
                  <a:moveTo>
                    <a:pt x="476111" y="5968"/>
                  </a:moveTo>
                  <a:lnTo>
                    <a:pt x="429651" y="5968"/>
                  </a:lnTo>
                  <a:lnTo>
                    <a:pt x="429651" y="15057"/>
                  </a:lnTo>
                  <a:lnTo>
                    <a:pt x="445766" y="15057"/>
                  </a:lnTo>
                  <a:lnTo>
                    <a:pt x="445766" y="13674"/>
                  </a:lnTo>
                  <a:lnTo>
                    <a:pt x="445986" y="13674"/>
                  </a:lnTo>
                  <a:lnTo>
                    <a:pt x="445986" y="11371"/>
                  </a:lnTo>
                  <a:lnTo>
                    <a:pt x="476111" y="11371"/>
                  </a:lnTo>
                  <a:lnTo>
                    <a:pt x="476111" y="5968"/>
                  </a:lnTo>
                  <a:close/>
                </a:path>
                <a:path w="1132205" h="97790">
                  <a:moveTo>
                    <a:pt x="476111" y="11371"/>
                  </a:moveTo>
                  <a:lnTo>
                    <a:pt x="459441" y="11371"/>
                  </a:lnTo>
                  <a:lnTo>
                    <a:pt x="459441" y="15057"/>
                  </a:lnTo>
                  <a:lnTo>
                    <a:pt x="476111" y="15057"/>
                  </a:lnTo>
                  <a:lnTo>
                    <a:pt x="476111" y="11371"/>
                  </a:lnTo>
                  <a:close/>
                </a:path>
                <a:path w="1132205" h="97790">
                  <a:moveTo>
                    <a:pt x="360638" y="58626"/>
                  </a:moveTo>
                  <a:lnTo>
                    <a:pt x="350246" y="60014"/>
                  </a:lnTo>
                  <a:lnTo>
                    <a:pt x="341849" y="63956"/>
                  </a:lnTo>
                  <a:lnTo>
                    <a:pt x="336235" y="70120"/>
                  </a:lnTo>
                  <a:lnTo>
                    <a:pt x="334188" y="78175"/>
                  </a:lnTo>
                  <a:lnTo>
                    <a:pt x="336235" y="86156"/>
                  </a:lnTo>
                  <a:lnTo>
                    <a:pt x="341849" y="92291"/>
                  </a:lnTo>
                  <a:lnTo>
                    <a:pt x="350246" y="96229"/>
                  </a:lnTo>
                  <a:lnTo>
                    <a:pt x="360638" y="97620"/>
                  </a:lnTo>
                  <a:lnTo>
                    <a:pt x="370972" y="96229"/>
                  </a:lnTo>
                  <a:lnTo>
                    <a:pt x="379375" y="92291"/>
                  </a:lnTo>
                  <a:lnTo>
                    <a:pt x="382730" y="88646"/>
                  </a:lnTo>
                  <a:lnTo>
                    <a:pt x="353612" y="88646"/>
                  </a:lnTo>
                  <a:lnTo>
                    <a:pt x="347978" y="84500"/>
                  </a:lnTo>
                  <a:lnTo>
                    <a:pt x="347978" y="71851"/>
                  </a:lnTo>
                  <a:lnTo>
                    <a:pt x="353612" y="67600"/>
                  </a:lnTo>
                  <a:lnTo>
                    <a:pt x="382713" y="67600"/>
                  </a:lnTo>
                  <a:lnTo>
                    <a:pt x="379375" y="63956"/>
                  </a:lnTo>
                  <a:lnTo>
                    <a:pt x="370972" y="60014"/>
                  </a:lnTo>
                  <a:lnTo>
                    <a:pt x="360638" y="58626"/>
                  </a:lnTo>
                  <a:close/>
                </a:path>
                <a:path w="1132205" h="97790">
                  <a:moveTo>
                    <a:pt x="382713" y="67600"/>
                  </a:moveTo>
                  <a:lnTo>
                    <a:pt x="367528" y="67600"/>
                  </a:lnTo>
                  <a:lnTo>
                    <a:pt x="373171" y="71851"/>
                  </a:lnTo>
                  <a:lnTo>
                    <a:pt x="373171" y="84500"/>
                  </a:lnTo>
                  <a:lnTo>
                    <a:pt x="367528" y="88646"/>
                  </a:lnTo>
                  <a:lnTo>
                    <a:pt x="382730" y="88646"/>
                  </a:lnTo>
                  <a:lnTo>
                    <a:pt x="385022" y="86156"/>
                  </a:lnTo>
                  <a:lnTo>
                    <a:pt x="387087" y="78175"/>
                  </a:lnTo>
                  <a:lnTo>
                    <a:pt x="385022" y="70120"/>
                  </a:lnTo>
                  <a:lnTo>
                    <a:pt x="382713" y="67600"/>
                  </a:lnTo>
                  <a:close/>
                </a:path>
                <a:path w="1132205" h="97790">
                  <a:moveTo>
                    <a:pt x="988943" y="59778"/>
                  </a:moveTo>
                  <a:lnTo>
                    <a:pt x="978610" y="61124"/>
                  </a:lnTo>
                  <a:lnTo>
                    <a:pt x="970211" y="64949"/>
                  </a:lnTo>
                  <a:lnTo>
                    <a:pt x="964568" y="70932"/>
                  </a:lnTo>
                  <a:lnTo>
                    <a:pt x="962504" y="78751"/>
                  </a:lnTo>
                  <a:lnTo>
                    <a:pt x="964568" y="86501"/>
                  </a:lnTo>
                  <a:lnTo>
                    <a:pt x="970211" y="92453"/>
                  </a:lnTo>
                  <a:lnTo>
                    <a:pt x="978610" y="96272"/>
                  </a:lnTo>
                  <a:lnTo>
                    <a:pt x="988943" y="97620"/>
                  </a:lnTo>
                  <a:lnTo>
                    <a:pt x="999243" y="96272"/>
                  </a:lnTo>
                  <a:lnTo>
                    <a:pt x="1007649" y="92453"/>
                  </a:lnTo>
                  <a:lnTo>
                    <a:pt x="1011274" y="88646"/>
                  </a:lnTo>
                  <a:lnTo>
                    <a:pt x="982169" y="88646"/>
                  </a:lnTo>
                  <a:lnTo>
                    <a:pt x="976305" y="84740"/>
                  </a:lnTo>
                  <a:lnTo>
                    <a:pt x="976305" y="72772"/>
                  </a:lnTo>
                  <a:lnTo>
                    <a:pt x="982169" y="68741"/>
                  </a:lnTo>
                  <a:lnTo>
                    <a:pt x="1011241" y="68741"/>
                  </a:lnTo>
                  <a:lnTo>
                    <a:pt x="1007649" y="64949"/>
                  </a:lnTo>
                  <a:lnTo>
                    <a:pt x="999243" y="61124"/>
                  </a:lnTo>
                  <a:lnTo>
                    <a:pt x="988943" y="59778"/>
                  </a:lnTo>
                  <a:close/>
                </a:path>
                <a:path w="1132205" h="97790">
                  <a:moveTo>
                    <a:pt x="1011241" y="68741"/>
                  </a:moveTo>
                  <a:lnTo>
                    <a:pt x="995613" y="68741"/>
                  </a:lnTo>
                  <a:lnTo>
                    <a:pt x="1001477" y="72772"/>
                  </a:lnTo>
                  <a:lnTo>
                    <a:pt x="1001477" y="84740"/>
                  </a:lnTo>
                  <a:lnTo>
                    <a:pt x="995613" y="88646"/>
                  </a:lnTo>
                  <a:lnTo>
                    <a:pt x="1011274" y="88646"/>
                  </a:lnTo>
                  <a:lnTo>
                    <a:pt x="1013316" y="86501"/>
                  </a:lnTo>
                  <a:lnTo>
                    <a:pt x="1015393" y="78751"/>
                  </a:lnTo>
                  <a:lnTo>
                    <a:pt x="1013316" y="70932"/>
                  </a:lnTo>
                  <a:lnTo>
                    <a:pt x="1011241" y="68741"/>
                  </a:lnTo>
                  <a:close/>
                </a:path>
                <a:path w="1132205" h="97790">
                  <a:moveTo>
                    <a:pt x="816540" y="3779"/>
                  </a:moveTo>
                  <a:lnTo>
                    <a:pt x="802739" y="3779"/>
                  </a:lnTo>
                  <a:lnTo>
                    <a:pt x="802739" y="93347"/>
                  </a:lnTo>
                  <a:lnTo>
                    <a:pt x="816540" y="93347"/>
                  </a:lnTo>
                  <a:lnTo>
                    <a:pt x="816540" y="77254"/>
                  </a:lnTo>
                  <a:lnTo>
                    <a:pt x="806425" y="77254"/>
                  </a:lnTo>
                  <a:lnTo>
                    <a:pt x="806425" y="67945"/>
                  </a:lnTo>
                  <a:lnTo>
                    <a:pt x="816540" y="67945"/>
                  </a:lnTo>
                  <a:lnTo>
                    <a:pt x="816540" y="3779"/>
                  </a:lnTo>
                  <a:close/>
                </a:path>
                <a:path w="1132205" h="97790">
                  <a:moveTo>
                    <a:pt x="762615" y="67945"/>
                  </a:moveTo>
                  <a:lnTo>
                    <a:pt x="740647" y="67945"/>
                  </a:lnTo>
                  <a:lnTo>
                    <a:pt x="740647" y="77254"/>
                  </a:lnTo>
                  <a:lnTo>
                    <a:pt x="802739" y="77254"/>
                  </a:lnTo>
                  <a:lnTo>
                    <a:pt x="802739" y="70825"/>
                  </a:lnTo>
                  <a:lnTo>
                    <a:pt x="762615" y="70825"/>
                  </a:lnTo>
                  <a:lnTo>
                    <a:pt x="762615" y="67945"/>
                  </a:lnTo>
                  <a:close/>
                </a:path>
                <a:path w="1132205" h="97790">
                  <a:moveTo>
                    <a:pt x="816540" y="67945"/>
                  </a:moveTo>
                  <a:lnTo>
                    <a:pt x="806425" y="67945"/>
                  </a:lnTo>
                  <a:lnTo>
                    <a:pt x="806425" y="77254"/>
                  </a:lnTo>
                  <a:lnTo>
                    <a:pt x="816540" y="77254"/>
                  </a:lnTo>
                  <a:lnTo>
                    <a:pt x="816540" y="67945"/>
                  </a:lnTo>
                  <a:close/>
                </a:path>
                <a:path w="1132205" h="97790">
                  <a:moveTo>
                    <a:pt x="762615" y="53693"/>
                  </a:moveTo>
                  <a:lnTo>
                    <a:pt x="762615" y="70825"/>
                  </a:lnTo>
                  <a:lnTo>
                    <a:pt x="776416" y="70825"/>
                  </a:lnTo>
                  <a:lnTo>
                    <a:pt x="776416" y="54825"/>
                  </a:lnTo>
                  <a:lnTo>
                    <a:pt x="769505" y="54825"/>
                  </a:lnTo>
                  <a:lnTo>
                    <a:pt x="762615" y="53693"/>
                  </a:lnTo>
                  <a:close/>
                </a:path>
                <a:path w="1132205" h="97790">
                  <a:moveTo>
                    <a:pt x="802739" y="67945"/>
                  </a:moveTo>
                  <a:lnTo>
                    <a:pt x="776416" y="67945"/>
                  </a:lnTo>
                  <a:lnTo>
                    <a:pt x="776416" y="70825"/>
                  </a:lnTo>
                  <a:lnTo>
                    <a:pt x="802739" y="70825"/>
                  </a:lnTo>
                  <a:lnTo>
                    <a:pt x="802739" y="67945"/>
                  </a:lnTo>
                  <a:close/>
                </a:path>
                <a:path w="1132205" h="97790">
                  <a:moveTo>
                    <a:pt x="776416" y="51045"/>
                  </a:moveTo>
                  <a:lnTo>
                    <a:pt x="762615" y="51045"/>
                  </a:lnTo>
                  <a:lnTo>
                    <a:pt x="762615" y="53693"/>
                  </a:lnTo>
                  <a:lnTo>
                    <a:pt x="769505" y="54825"/>
                  </a:lnTo>
                  <a:lnTo>
                    <a:pt x="776362" y="53693"/>
                  </a:lnTo>
                  <a:lnTo>
                    <a:pt x="776416" y="51045"/>
                  </a:lnTo>
                  <a:close/>
                </a:path>
                <a:path w="1132205" h="97790">
                  <a:moveTo>
                    <a:pt x="776416" y="53693"/>
                  </a:moveTo>
                  <a:lnTo>
                    <a:pt x="769505" y="54825"/>
                  </a:lnTo>
                  <a:lnTo>
                    <a:pt x="776416" y="54825"/>
                  </a:lnTo>
                  <a:lnTo>
                    <a:pt x="776416" y="53693"/>
                  </a:lnTo>
                  <a:close/>
                </a:path>
                <a:path w="1132205" h="97790">
                  <a:moveTo>
                    <a:pt x="769505" y="14240"/>
                  </a:moveTo>
                  <a:lnTo>
                    <a:pt x="747317" y="34585"/>
                  </a:lnTo>
                  <a:lnTo>
                    <a:pt x="749038" y="42942"/>
                  </a:lnTo>
                  <a:lnTo>
                    <a:pt x="753754" y="49323"/>
                  </a:lnTo>
                  <a:lnTo>
                    <a:pt x="760799" y="53394"/>
                  </a:lnTo>
                  <a:lnTo>
                    <a:pt x="762615" y="53693"/>
                  </a:lnTo>
                  <a:lnTo>
                    <a:pt x="762615" y="51045"/>
                  </a:lnTo>
                  <a:lnTo>
                    <a:pt x="782241" y="51045"/>
                  </a:lnTo>
                  <a:lnTo>
                    <a:pt x="785227" y="49323"/>
                  </a:lnTo>
                  <a:lnTo>
                    <a:pt x="787794" y="45872"/>
                  </a:lnTo>
                  <a:lnTo>
                    <a:pt x="764678" y="45872"/>
                  </a:lnTo>
                  <a:lnTo>
                    <a:pt x="761128" y="41506"/>
                  </a:lnTo>
                  <a:lnTo>
                    <a:pt x="761128" y="27130"/>
                  </a:lnTo>
                  <a:lnTo>
                    <a:pt x="764678" y="22763"/>
                  </a:lnTo>
                  <a:lnTo>
                    <a:pt x="787414" y="22763"/>
                  </a:lnTo>
                  <a:lnTo>
                    <a:pt x="785227" y="19806"/>
                  </a:lnTo>
                  <a:lnTo>
                    <a:pt x="778170" y="15692"/>
                  </a:lnTo>
                  <a:lnTo>
                    <a:pt x="769505" y="14240"/>
                  </a:lnTo>
                  <a:close/>
                </a:path>
                <a:path w="1132205" h="97790">
                  <a:moveTo>
                    <a:pt x="782241" y="51045"/>
                  </a:moveTo>
                  <a:lnTo>
                    <a:pt x="776416" y="51045"/>
                  </a:lnTo>
                  <a:lnTo>
                    <a:pt x="776416" y="53693"/>
                  </a:lnTo>
                  <a:lnTo>
                    <a:pt x="778170" y="53394"/>
                  </a:lnTo>
                  <a:lnTo>
                    <a:pt x="782241" y="51045"/>
                  </a:lnTo>
                  <a:close/>
                </a:path>
                <a:path w="1132205" h="97790">
                  <a:moveTo>
                    <a:pt x="787414" y="22763"/>
                  </a:moveTo>
                  <a:lnTo>
                    <a:pt x="774227" y="22763"/>
                  </a:lnTo>
                  <a:lnTo>
                    <a:pt x="777798" y="27130"/>
                  </a:lnTo>
                  <a:lnTo>
                    <a:pt x="777798" y="41506"/>
                  </a:lnTo>
                  <a:lnTo>
                    <a:pt x="774227" y="45872"/>
                  </a:lnTo>
                  <a:lnTo>
                    <a:pt x="787794" y="45872"/>
                  </a:lnTo>
                  <a:lnTo>
                    <a:pt x="789975" y="42942"/>
                  </a:lnTo>
                  <a:lnTo>
                    <a:pt x="791714" y="34585"/>
                  </a:lnTo>
                  <a:lnTo>
                    <a:pt x="789975" y="26224"/>
                  </a:lnTo>
                  <a:lnTo>
                    <a:pt x="787414" y="22763"/>
                  </a:lnTo>
                  <a:close/>
                </a:path>
                <a:path w="1132205" h="97790">
                  <a:moveTo>
                    <a:pt x="762269" y="13674"/>
                  </a:moveTo>
                  <a:lnTo>
                    <a:pt x="742940" y="13674"/>
                  </a:lnTo>
                  <a:lnTo>
                    <a:pt x="742940" y="22763"/>
                  </a:lnTo>
                  <a:lnTo>
                    <a:pt x="751581" y="22763"/>
                  </a:lnTo>
                  <a:lnTo>
                    <a:pt x="753754" y="19806"/>
                  </a:lnTo>
                  <a:lnTo>
                    <a:pt x="760799" y="15692"/>
                  </a:lnTo>
                  <a:lnTo>
                    <a:pt x="766051" y="14816"/>
                  </a:lnTo>
                  <a:lnTo>
                    <a:pt x="762269" y="14816"/>
                  </a:lnTo>
                  <a:lnTo>
                    <a:pt x="762269" y="13674"/>
                  </a:lnTo>
                  <a:close/>
                </a:path>
                <a:path w="1132205" h="97790">
                  <a:moveTo>
                    <a:pt x="776751" y="14240"/>
                  </a:moveTo>
                  <a:lnTo>
                    <a:pt x="769505" y="14240"/>
                  </a:lnTo>
                  <a:lnTo>
                    <a:pt x="778170" y="15692"/>
                  </a:lnTo>
                  <a:lnTo>
                    <a:pt x="785227" y="19806"/>
                  </a:lnTo>
                  <a:lnTo>
                    <a:pt x="787414" y="22763"/>
                  </a:lnTo>
                  <a:lnTo>
                    <a:pt x="796070" y="22763"/>
                  </a:lnTo>
                  <a:lnTo>
                    <a:pt x="796070" y="14816"/>
                  </a:lnTo>
                  <a:lnTo>
                    <a:pt x="776751" y="14816"/>
                  </a:lnTo>
                  <a:lnTo>
                    <a:pt x="776751" y="14240"/>
                  </a:lnTo>
                  <a:close/>
                </a:path>
                <a:path w="1132205" h="97790">
                  <a:moveTo>
                    <a:pt x="776751" y="1141"/>
                  </a:moveTo>
                  <a:lnTo>
                    <a:pt x="762269" y="1141"/>
                  </a:lnTo>
                  <a:lnTo>
                    <a:pt x="762269" y="14816"/>
                  </a:lnTo>
                  <a:lnTo>
                    <a:pt x="766051" y="14816"/>
                  </a:lnTo>
                  <a:lnTo>
                    <a:pt x="769505" y="14240"/>
                  </a:lnTo>
                  <a:lnTo>
                    <a:pt x="776751" y="14240"/>
                  </a:lnTo>
                  <a:lnTo>
                    <a:pt x="776751" y="1141"/>
                  </a:lnTo>
                  <a:close/>
                </a:path>
                <a:path w="1132205" h="97790">
                  <a:moveTo>
                    <a:pt x="796070" y="13674"/>
                  </a:moveTo>
                  <a:lnTo>
                    <a:pt x="776751" y="13674"/>
                  </a:lnTo>
                  <a:lnTo>
                    <a:pt x="776751" y="14816"/>
                  </a:lnTo>
                  <a:lnTo>
                    <a:pt x="796070" y="14816"/>
                  </a:lnTo>
                  <a:lnTo>
                    <a:pt x="796070" y="13674"/>
                  </a:lnTo>
                  <a:close/>
                </a:path>
                <a:path w="1132205" h="97790">
                  <a:moveTo>
                    <a:pt x="660901" y="4806"/>
                  </a:moveTo>
                  <a:lnTo>
                    <a:pt x="660681" y="4806"/>
                  </a:lnTo>
                  <a:lnTo>
                    <a:pt x="660681" y="25287"/>
                  </a:lnTo>
                  <a:lnTo>
                    <a:pt x="658591" y="38617"/>
                  </a:lnTo>
                  <a:lnTo>
                    <a:pt x="658484" y="39301"/>
                  </a:lnTo>
                  <a:lnTo>
                    <a:pt x="654317" y="47067"/>
                  </a:lnTo>
                  <a:lnTo>
                    <a:pt x="656637" y="51253"/>
                  </a:lnTo>
                  <a:lnTo>
                    <a:pt x="667245" y="60531"/>
                  </a:lnTo>
                  <a:lnTo>
                    <a:pt x="681602" y="65641"/>
                  </a:lnTo>
                  <a:lnTo>
                    <a:pt x="681602" y="56448"/>
                  </a:lnTo>
                  <a:lnTo>
                    <a:pt x="672934" y="52469"/>
                  </a:lnTo>
                  <a:lnTo>
                    <a:pt x="666528" y="45532"/>
                  </a:lnTo>
                  <a:lnTo>
                    <a:pt x="663642" y="39301"/>
                  </a:lnTo>
                  <a:lnTo>
                    <a:pt x="662324" y="36402"/>
                  </a:lnTo>
                  <a:lnTo>
                    <a:pt x="660901" y="26533"/>
                  </a:lnTo>
                  <a:lnTo>
                    <a:pt x="660901" y="4806"/>
                  </a:lnTo>
                  <a:close/>
                </a:path>
                <a:path w="1132205" h="97790">
                  <a:moveTo>
                    <a:pt x="647446" y="4806"/>
                  </a:moveTo>
                  <a:lnTo>
                    <a:pt x="647215" y="4806"/>
                  </a:lnTo>
                  <a:lnTo>
                    <a:pt x="647215" y="27695"/>
                  </a:lnTo>
                  <a:lnTo>
                    <a:pt x="646018" y="36402"/>
                  </a:lnTo>
                  <a:lnTo>
                    <a:pt x="645925" y="37080"/>
                  </a:lnTo>
                  <a:lnTo>
                    <a:pt x="642146" y="45532"/>
                  </a:lnTo>
                  <a:lnTo>
                    <a:pt x="636017" y="52194"/>
                  </a:lnTo>
                  <a:lnTo>
                    <a:pt x="627677" y="56207"/>
                  </a:lnTo>
                  <a:lnTo>
                    <a:pt x="627677" y="65401"/>
                  </a:lnTo>
                  <a:lnTo>
                    <a:pt x="641713" y="60250"/>
                  </a:lnTo>
                  <a:lnTo>
                    <a:pt x="652071" y="51253"/>
                  </a:lnTo>
                  <a:lnTo>
                    <a:pt x="654317" y="47067"/>
                  </a:lnTo>
                  <a:lnTo>
                    <a:pt x="649776" y="38617"/>
                  </a:lnTo>
                  <a:lnTo>
                    <a:pt x="647446" y="24124"/>
                  </a:lnTo>
                  <a:lnTo>
                    <a:pt x="647446" y="4806"/>
                  </a:lnTo>
                  <a:close/>
                </a:path>
                <a:path w="1132205" h="97790">
                  <a:moveTo>
                    <a:pt x="660681" y="4806"/>
                  </a:moveTo>
                  <a:lnTo>
                    <a:pt x="647446" y="4806"/>
                  </a:lnTo>
                  <a:lnTo>
                    <a:pt x="647446" y="24124"/>
                  </a:lnTo>
                  <a:lnTo>
                    <a:pt x="649776" y="38617"/>
                  </a:lnTo>
                  <a:lnTo>
                    <a:pt x="654317" y="47067"/>
                  </a:lnTo>
                  <a:lnTo>
                    <a:pt x="658484" y="39301"/>
                  </a:lnTo>
                  <a:lnTo>
                    <a:pt x="660681" y="25287"/>
                  </a:lnTo>
                  <a:lnTo>
                    <a:pt x="660681" y="4806"/>
                  </a:lnTo>
                  <a:close/>
                </a:path>
                <a:path w="1132205" h="97790">
                  <a:moveTo>
                    <a:pt x="250913" y="14240"/>
                  </a:moveTo>
                  <a:lnTo>
                    <a:pt x="250672" y="14240"/>
                  </a:lnTo>
                  <a:lnTo>
                    <a:pt x="250672" y="26428"/>
                  </a:lnTo>
                  <a:lnTo>
                    <a:pt x="248580" y="39598"/>
                  </a:lnTo>
                  <a:lnTo>
                    <a:pt x="248474" y="40264"/>
                  </a:lnTo>
                  <a:lnTo>
                    <a:pt x="244314" y="47762"/>
                  </a:lnTo>
                  <a:lnTo>
                    <a:pt x="246634" y="51824"/>
                  </a:lnTo>
                  <a:lnTo>
                    <a:pt x="257244" y="60713"/>
                  </a:lnTo>
                  <a:lnTo>
                    <a:pt x="271604" y="65641"/>
                  </a:lnTo>
                  <a:lnTo>
                    <a:pt x="271604" y="56448"/>
                  </a:lnTo>
                  <a:lnTo>
                    <a:pt x="262938" y="52647"/>
                  </a:lnTo>
                  <a:lnTo>
                    <a:pt x="256547" y="46111"/>
                  </a:lnTo>
                  <a:lnTo>
                    <a:pt x="253708" y="40264"/>
                  </a:lnTo>
                  <a:lnTo>
                    <a:pt x="252335" y="37374"/>
                  </a:lnTo>
                  <a:lnTo>
                    <a:pt x="250913" y="27695"/>
                  </a:lnTo>
                  <a:lnTo>
                    <a:pt x="250913" y="14240"/>
                  </a:lnTo>
                  <a:close/>
                </a:path>
                <a:path w="1132205" h="97790">
                  <a:moveTo>
                    <a:pt x="237458" y="14240"/>
                  </a:moveTo>
                  <a:lnTo>
                    <a:pt x="237217" y="14240"/>
                  </a:lnTo>
                  <a:lnTo>
                    <a:pt x="237217" y="28836"/>
                  </a:lnTo>
                  <a:lnTo>
                    <a:pt x="236022" y="37374"/>
                  </a:lnTo>
                  <a:lnTo>
                    <a:pt x="235927" y="38052"/>
                  </a:lnTo>
                  <a:lnTo>
                    <a:pt x="232148" y="46111"/>
                  </a:lnTo>
                  <a:lnTo>
                    <a:pt x="226019" y="52375"/>
                  </a:lnTo>
                  <a:lnTo>
                    <a:pt x="217679" y="56207"/>
                  </a:lnTo>
                  <a:lnTo>
                    <a:pt x="217679" y="65401"/>
                  </a:lnTo>
                  <a:lnTo>
                    <a:pt x="231704" y="60429"/>
                  </a:lnTo>
                  <a:lnTo>
                    <a:pt x="242060" y="51824"/>
                  </a:lnTo>
                  <a:lnTo>
                    <a:pt x="244314" y="47762"/>
                  </a:lnTo>
                  <a:lnTo>
                    <a:pt x="239785" y="39598"/>
                  </a:lnTo>
                  <a:lnTo>
                    <a:pt x="237458" y="25287"/>
                  </a:lnTo>
                  <a:lnTo>
                    <a:pt x="237458" y="14240"/>
                  </a:lnTo>
                  <a:close/>
                </a:path>
                <a:path w="1132205" h="97790">
                  <a:moveTo>
                    <a:pt x="250913" y="11936"/>
                  </a:moveTo>
                  <a:lnTo>
                    <a:pt x="237458" y="11936"/>
                  </a:lnTo>
                  <a:lnTo>
                    <a:pt x="237458" y="25287"/>
                  </a:lnTo>
                  <a:lnTo>
                    <a:pt x="239785" y="39598"/>
                  </a:lnTo>
                  <a:lnTo>
                    <a:pt x="244314" y="47762"/>
                  </a:lnTo>
                  <a:lnTo>
                    <a:pt x="248474" y="40264"/>
                  </a:lnTo>
                  <a:lnTo>
                    <a:pt x="250672" y="26428"/>
                  </a:lnTo>
                  <a:lnTo>
                    <a:pt x="250672" y="14240"/>
                  </a:lnTo>
                  <a:lnTo>
                    <a:pt x="250913" y="14240"/>
                  </a:lnTo>
                  <a:lnTo>
                    <a:pt x="250913" y="11936"/>
                  </a:lnTo>
                  <a:close/>
                </a:path>
                <a:path w="1132205" h="97790">
                  <a:moveTo>
                    <a:pt x="268379" y="5968"/>
                  </a:moveTo>
                  <a:lnTo>
                    <a:pt x="220317" y="5968"/>
                  </a:lnTo>
                  <a:lnTo>
                    <a:pt x="220317" y="15057"/>
                  </a:lnTo>
                  <a:lnTo>
                    <a:pt x="237217" y="15057"/>
                  </a:lnTo>
                  <a:lnTo>
                    <a:pt x="237217" y="14240"/>
                  </a:lnTo>
                  <a:lnTo>
                    <a:pt x="237458" y="14240"/>
                  </a:lnTo>
                  <a:lnTo>
                    <a:pt x="237458" y="11936"/>
                  </a:lnTo>
                  <a:lnTo>
                    <a:pt x="268379" y="11936"/>
                  </a:lnTo>
                  <a:lnTo>
                    <a:pt x="268379" y="5968"/>
                  </a:lnTo>
                  <a:close/>
                </a:path>
                <a:path w="1132205" h="97790">
                  <a:moveTo>
                    <a:pt x="268379" y="11936"/>
                  </a:moveTo>
                  <a:lnTo>
                    <a:pt x="250913" y="11936"/>
                  </a:lnTo>
                  <a:lnTo>
                    <a:pt x="250913" y="15057"/>
                  </a:lnTo>
                  <a:lnTo>
                    <a:pt x="268379" y="15057"/>
                  </a:lnTo>
                  <a:lnTo>
                    <a:pt x="268379" y="11936"/>
                  </a:lnTo>
                  <a:close/>
                </a:path>
                <a:path w="1132205" h="97790">
                  <a:moveTo>
                    <a:pt x="865931" y="14240"/>
                  </a:moveTo>
                  <a:lnTo>
                    <a:pt x="865711" y="14240"/>
                  </a:lnTo>
                  <a:lnTo>
                    <a:pt x="865711" y="24250"/>
                  </a:lnTo>
                  <a:lnTo>
                    <a:pt x="864592" y="32246"/>
                  </a:lnTo>
                  <a:lnTo>
                    <a:pt x="864473" y="33094"/>
                  </a:lnTo>
                  <a:lnTo>
                    <a:pt x="860810" y="40357"/>
                  </a:lnTo>
                  <a:lnTo>
                    <a:pt x="854796" y="45834"/>
                  </a:lnTo>
                  <a:lnTo>
                    <a:pt x="846508" y="49317"/>
                  </a:lnTo>
                  <a:lnTo>
                    <a:pt x="846508" y="58511"/>
                  </a:lnTo>
                  <a:lnTo>
                    <a:pt x="860490" y="53899"/>
                  </a:lnTo>
                  <a:lnTo>
                    <a:pt x="870730" y="46086"/>
                  </a:lnTo>
                  <a:lnTo>
                    <a:pt x="872945" y="42295"/>
                  </a:lnTo>
                  <a:lnTo>
                    <a:pt x="868206" y="34452"/>
                  </a:lnTo>
                  <a:lnTo>
                    <a:pt x="865931" y="20679"/>
                  </a:lnTo>
                  <a:lnTo>
                    <a:pt x="865931" y="14240"/>
                  </a:lnTo>
                  <a:close/>
                </a:path>
                <a:path w="1132205" h="97790">
                  <a:moveTo>
                    <a:pt x="879386" y="14240"/>
                  </a:moveTo>
                  <a:lnTo>
                    <a:pt x="879166" y="14240"/>
                  </a:lnTo>
                  <a:lnTo>
                    <a:pt x="879166" y="21842"/>
                  </a:lnTo>
                  <a:lnTo>
                    <a:pt x="877023" y="35318"/>
                  </a:lnTo>
                  <a:lnTo>
                    <a:pt x="872945" y="42295"/>
                  </a:lnTo>
                  <a:lnTo>
                    <a:pt x="874816" y="45389"/>
                  </a:lnTo>
                  <a:lnTo>
                    <a:pt x="885439" y="53199"/>
                  </a:lnTo>
                  <a:lnTo>
                    <a:pt x="899752" y="57589"/>
                  </a:lnTo>
                  <a:lnTo>
                    <a:pt x="899752" y="48396"/>
                  </a:lnTo>
                  <a:lnTo>
                    <a:pt x="891132" y="45137"/>
                  </a:lnTo>
                  <a:lnTo>
                    <a:pt x="884736" y="39671"/>
                  </a:lnTo>
                  <a:lnTo>
                    <a:pt x="880756" y="32246"/>
                  </a:lnTo>
                  <a:lnTo>
                    <a:pt x="879386" y="23109"/>
                  </a:lnTo>
                  <a:lnTo>
                    <a:pt x="879386" y="14240"/>
                  </a:lnTo>
                  <a:close/>
                </a:path>
                <a:path w="1132205" h="97790">
                  <a:moveTo>
                    <a:pt x="879386" y="11936"/>
                  </a:moveTo>
                  <a:lnTo>
                    <a:pt x="865931" y="11936"/>
                  </a:lnTo>
                  <a:lnTo>
                    <a:pt x="865931" y="20679"/>
                  </a:lnTo>
                  <a:lnTo>
                    <a:pt x="868206" y="34452"/>
                  </a:lnTo>
                  <a:lnTo>
                    <a:pt x="872945" y="42295"/>
                  </a:lnTo>
                  <a:lnTo>
                    <a:pt x="877023" y="35318"/>
                  </a:lnTo>
                  <a:lnTo>
                    <a:pt x="879166" y="21842"/>
                  </a:lnTo>
                  <a:lnTo>
                    <a:pt x="879166" y="14240"/>
                  </a:lnTo>
                  <a:lnTo>
                    <a:pt x="879386" y="14240"/>
                  </a:lnTo>
                  <a:lnTo>
                    <a:pt x="879386" y="11936"/>
                  </a:lnTo>
                  <a:close/>
                </a:path>
                <a:path w="1132205" h="97790">
                  <a:moveTo>
                    <a:pt x="896632" y="5968"/>
                  </a:moveTo>
                  <a:lnTo>
                    <a:pt x="849031" y="5968"/>
                  </a:lnTo>
                  <a:lnTo>
                    <a:pt x="849031" y="15057"/>
                  </a:lnTo>
                  <a:lnTo>
                    <a:pt x="865711" y="15057"/>
                  </a:lnTo>
                  <a:lnTo>
                    <a:pt x="865711" y="14240"/>
                  </a:lnTo>
                  <a:lnTo>
                    <a:pt x="865931" y="14240"/>
                  </a:lnTo>
                  <a:lnTo>
                    <a:pt x="865931" y="11936"/>
                  </a:lnTo>
                  <a:lnTo>
                    <a:pt x="896632" y="11936"/>
                  </a:lnTo>
                  <a:lnTo>
                    <a:pt x="896632" y="5968"/>
                  </a:lnTo>
                  <a:close/>
                </a:path>
                <a:path w="1132205" h="97790">
                  <a:moveTo>
                    <a:pt x="896632" y="11936"/>
                  </a:moveTo>
                  <a:lnTo>
                    <a:pt x="879386" y="11936"/>
                  </a:lnTo>
                  <a:lnTo>
                    <a:pt x="879386" y="15057"/>
                  </a:lnTo>
                  <a:lnTo>
                    <a:pt x="896632" y="15057"/>
                  </a:lnTo>
                  <a:lnTo>
                    <a:pt x="896632" y="11936"/>
                  </a:lnTo>
                  <a:close/>
                </a:path>
                <a:path w="1132205" h="97790">
                  <a:moveTo>
                    <a:pt x="1027591" y="46783"/>
                  </a:moveTo>
                  <a:lnTo>
                    <a:pt x="950892" y="46783"/>
                  </a:lnTo>
                  <a:lnTo>
                    <a:pt x="950892" y="56092"/>
                  </a:lnTo>
                  <a:lnTo>
                    <a:pt x="1027591" y="56092"/>
                  </a:lnTo>
                  <a:lnTo>
                    <a:pt x="1027591" y="46783"/>
                  </a:lnTo>
                  <a:close/>
                </a:path>
                <a:path w="1132205" h="97790">
                  <a:moveTo>
                    <a:pt x="702533" y="3779"/>
                  </a:moveTo>
                  <a:lnTo>
                    <a:pt x="688732" y="3779"/>
                  </a:lnTo>
                  <a:lnTo>
                    <a:pt x="688732" y="93347"/>
                  </a:lnTo>
                  <a:lnTo>
                    <a:pt x="702533" y="93347"/>
                  </a:lnTo>
                  <a:lnTo>
                    <a:pt x="702533" y="36082"/>
                  </a:lnTo>
                  <a:lnTo>
                    <a:pt x="699088" y="36082"/>
                  </a:lnTo>
                  <a:lnTo>
                    <a:pt x="699088" y="26774"/>
                  </a:lnTo>
                  <a:lnTo>
                    <a:pt x="702533" y="26774"/>
                  </a:lnTo>
                  <a:lnTo>
                    <a:pt x="702533" y="3779"/>
                  </a:lnTo>
                  <a:close/>
                </a:path>
                <a:path w="1132205" h="97790">
                  <a:moveTo>
                    <a:pt x="702533" y="26774"/>
                  </a:moveTo>
                  <a:lnTo>
                    <a:pt x="699088" y="26774"/>
                  </a:lnTo>
                  <a:lnTo>
                    <a:pt x="699088" y="36082"/>
                  </a:lnTo>
                  <a:lnTo>
                    <a:pt x="702533" y="36082"/>
                  </a:lnTo>
                  <a:lnTo>
                    <a:pt x="702533" y="26774"/>
                  </a:lnTo>
                  <a:close/>
                </a:path>
                <a:path w="1132205" h="97790">
                  <a:moveTo>
                    <a:pt x="715873" y="26774"/>
                  </a:moveTo>
                  <a:lnTo>
                    <a:pt x="702533" y="26774"/>
                  </a:lnTo>
                  <a:lnTo>
                    <a:pt x="702533" y="36082"/>
                  </a:lnTo>
                  <a:lnTo>
                    <a:pt x="715873" y="36082"/>
                  </a:lnTo>
                  <a:lnTo>
                    <a:pt x="715873" y="26774"/>
                  </a:lnTo>
                  <a:close/>
                </a:path>
                <a:path w="1132205" h="97790">
                  <a:moveTo>
                    <a:pt x="344534" y="4701"/>
                  </a:moveTo>
                  <a:lnTo>
                    <a:pt x="330639" y="4701"/>
                  </a:lnTo>
                  <a:lnTo>
                    <a:pt x="330639" y="34480"/>
                  </a:lnTo>
                  <a:lnTo>
                    <a:pt x="331204" y="35161"/>
                  </a:lnTo>
                  <a:lnTo>
                    <a:pt x="393401" y="35161"/>
                  </a:lnTo>
                  <a:lnTo>
                    <a:pt x="393401" y="26072"/>
                  </a:lnTo>
                  <a:lnTo>
                    <a:pt x="344994" y="26072"/>
                  </a:lnTo>
                  <a:lnTo>
                    <a:pt x="344534" y="25632"/>
                  </a:lnTo>
                  <a:lnTo>
                    <a:pt x="344534" y="4701"/>
                  </a:lnTo>
                  <a:close/>
                </a:path>
                <a:path w="1132205" h="97790">
                  <a:moveTo>
                    <a:pt x="292535" y="3779"/>
                  </a:moveTo>
                  <a:lnTo>
                    <a:pt x="278734" y="3779"/>
                  </a:lnTo>
                  <a:lnTo>
                    <a:pt x="278734" y="93347"/>
                  </a:lnTo>
                  <a:lnTo>
                    <a:pt x="292535" y="93347"/>
                  </a:lnTo>
                  <a:lnTo>
                    <a:pt x="292535" y="3779"/>
                  </a:lnTo>
                  <a:close/>
                </a:path>
                <a:path w="1132205" h="97790">
                  <a:moveTo>
                    <a:pt x="399265" y="43799"/>
                  </a:moveTo>
                  <a:lnTo>
                    <a:pt x="322566" y="43799"/>
                  </a:lnTo>
                  <a:lnTo>
                    <a:pt x="322566" y="53108"/>
                  </a:lnTo>
                  <a:lnTo>
                    <a:pt x="399265" y="53108"/>
                  </a:lnTo>
                  <a:lnTo>
                    <a:pt x="399265" y="43799"/>
                  </a:lnTo>
                  <a:close/>
                </a:path>
                <a:path w="1132205" h="97790">
                  <a:moveTo>
                    <a:pt x="1086050" y="69202"/>
                  </a:moveTo>
                  <a:lnTo>
                    <a:pt x="1072030" y="69202"/>
                  </a:lnTo>
                  <a:lnTo>
                    <a:pt x="1072030" y="93693"/>
                  </a:lnTo>
                  <a:lnTo>
                    <a:pt x="1072710" y="94499"/>
                  </a:lnTo>
                  <a:lnTo>
                    <a:pt x="1131703" y="94499"/>
                  </a:lnTo>
                  <a:lnTo>
                    <a:pt x="1131703" y="85421"/>
                  </a:lnTo>
                  <a:lnTo>
                    <a:pt x="1086511" y="85421"/>
                  </a:lnTo>
                  <a:lnTo>
                    <a:pt x="1086050" y="84960"/>
                  </a:lnTo>
                  <a:lnTo>
                    <a:pt x="1086050" y="69202"/>
                  </a:lnTo>
                  <a:close/>
                </a:path>
                <a:path w="1132205" h="97790">
                  <a:moveTo>
                    <a:pt x="1129745" y="3769"/>
                  </a:moveTo>
                  <a:lnTo>
                    <a:pt x="1115945" y="3769"/>
                  </a:lnTo>
                  <a:lnTo>
                    <a:pt x="1115945" y="73913"/>
                  </a:lnTo>
                  <a:lnTo>
                    <a:pt x="1129745" y="73913"/>
                  </a:lnTo>
                  <a:lnTo>
                    <a:pt x="1129745" y="65882"/>
                  </a:lnTo>
                  <a:lnTo>
                    <a:pt x="1119410" y="65882"/>
                  </a:lnTo>
                  <a:lnTo>
                    <a:pt x="1119410" y="56909"/>
                  </a:lnTo>
                  <a:lnTo>
                    <a:pt x="1129745" y="56909"/>
                  </a:lnTo>
                  <a:lnTo>
                    <a:pt x="1129745" y="3769"/>
                  </a:lnTo>
                  <a:close/>
                </a:path>
                <a:path w="1132205" h="97790">
                  <a:moveTo>
                    <a:pt x="1115945" y="56909"/>
                  </a:moveTo>
                  <a:lnTo>
                    <a:pt x="1098364" y="56909"/>
                  </a:lnTo>
                  <a:lnTo>
                    <a:pt x="1098364" y="65882"/>
                  </a:lnTo>
                  <a:lnTo>
                    <a:pt x="1115945" y="65882"/>
                  </a:lnTo>
                  <a:lnTo>
                    <a:pt x="1115945" y="56909"/>
                  </a:lnTo>
                  <a:close/>
                </a:path>
                <a:path w="1132205" h="97790">
                  <a:moveTo>
                    <a:pt x="1129745" y="56909"/>
                  </a:moveTo>
                  <a:lnTo>
                    <a:pt x="1119410" y="56909"/>
                  </a:lnTo>
                  <a:lnTo>
                    <a:pt x="1119410" y="65882"/>
                  </a:lnTo>
                  <a:lnTo>
                    <a:pt x="1129745" y="65882"/>
                  </a:lnTo>
                  <a:lnTo>
                    <a:pt x="1129745" y="56909"/>
                  </a:lnTo>
                  <a:close/>
                </a:path>
                <a:path w="1132205" h="97790">
                  <a:moveTo>
                    <a:pt x="1088113" y="48961"/>
                  </a:moveTo>
                  <a:lnTo>
                    <a:pt x="1074312" y="48961"/>
                  </a:lnTo>
                  <a:lnTo>
                    <a:pt x="1074312" y="64825"/>
                  </a:lnTo>
                  <a:lnTo>
                    <a:pt x="1088113" y="64825"/>
                  </a:lnTo>
                  <a:lnTo>
                    <a:pt x="1088113" y="48961"/>
                  </a:lnTo>
                  <a:close/>
                </a:path>
                <a:path w="1132205" h="97790">
                  <a:moveTo>
                    <a:pt x="1110437" y="42417"/>
                  </a:moveTo>
                  <a:lnTo>
                    <a:pt x="1054208" y="42417"/>
                  </a:lnTo>
                  <a:lnTo>
                    <a:pt x="1054208" y="51726"/>
                  </a:lnTo>
                  <a:lnTo>
                    <a:pt x="1074312" y="51726"/>
                  </a:lnTo>
                  <a:lnTo>
                    <a:pt x="1074312" y="48961"/>
                  </a:lnTo>
                  <a:lnTo>
                    <a:pt x="1110437" y="48961"/>
                  </a:lnTo>
                  <a:lnTo>
                    <a:pt x="1110437" y="42417"/>
                  </a:lnTo>
                  <a:close/>
                </a:path>
                <a:path w="1132205" h="97790">
                  <a:moveTo>
                    <a:pt x="1110437" y="48961"/>
                  </a:moveTo>
                  <a:lnTo>
                    <a:pt x="1088113" y="48961"/>
                  </a:lnTo>
                  <a:lnTo>
                    <a:pt x="1088113" y="51726"/>
                  </a:lnTo>
                  <a:lnTo>
                    <a:pt x="1110437" y="51726"/>
                  </a:lnTo>
                  <a:lnTo>
                    <a:pt x="1110437" y="48961"/>
                  </a:lnTo>
                  <a:close/>
                </a:path>
                <a:path w="1132205" h="97790">
                  <a:moveTo>
                    <a:pt x="1082249" y="900"/>
                  </a:moveTo>
                  <a:lnTo>
                    <a:pt x="1073914" y="2248"/>
                  </a:lnTo>
                  <a:lnTo>
                    <a:pt x="1067123" y="6066"/>
                  </a:lnTo>
                  <a:lnTo>
                    <a:pt x="1062552" y="12019"/>
                  </a:lnTo>
                  <a:lnTo>
                    <a:pt x="1060878" y="19769"/>
                  </a:lnTo>
                  <a:lnTo>
                    <a:pt x="1062552" y="27494"/>
                  </a:lnTo>
                  <a:lnTo>
                    <a:pt x="1067123" y="33404"/>
                  </a:lnTo>
                  <a:lnTo>
                    <a:pt x="1073914" y="37182"/>
                  </a:lnTo>
                  <a:lnTo>
                    <a:pt x="1082249" y="38511"/>
                  </a:lnTo>
                  <a:lnTo>
                    <a:pt x="1090610" y="37182"/>
                  </a:lnTo>
                  <a:lnTo>
                    <a:pt x="1097448" y="33404"/>
                  </a:lnTo>
                  <a:lnTo>
                    <a:pt x="1100467" y="29538"/>
                  </a:lnTo>
                  <a:lnTo>
                    <a:pt x="1078050" y="29538"/>
                  </a:lnTo>
                  <a:lnTo>
                    <a:pt x="1074721" y="25747"/>
                  </a:lnTo>
                  <a:lnTo>
                    <a:pt x="1074721" y="13674"/>
                  </a:lnTo>
                  <a:lnTo>
                    <a:pt x="1078050" y="9874"/>
                  </a:lnTo>
                  <a:lnTo>
                    <a:pt x="1100400" y="9874"/>
                  </a:lnTo>
                  <a:lnTo>
                    <a:pt x="1097448" y="6066"/>
                  </a:lnTo>
                  <a:lnTo>
                    <a:pt x="1090610" y="2248"/>
                  </a:lnTo>
                  <a:lnTo>
                    <a:pt x="1082249" y="900"/>
                  </a:lnTo>
                  <a:close/>
                </a:path>
                <a:path w="1132205" h="97790">
                  <a:moveTo>
                    <a:pt x="1100400" y="9874"/>
                  </a:moveTo>
                  <a:lnTo>
                    <a:pt x="1086563" y="9874"/>
                  </a:lnTo>
                  <a:lnTo>
                    <a:pt x="1089903" y="13674"/>
                  </a:lnTo>
                  <a:lnTo>
                    <a:pt x="1089903" y="25747"/>
                  </a:lnTo>
                  <a:lnTo>
                    <a:pt x="1086563" y="29538"/>
                  </a:lnTo>
                  <a:lnTo>
                    <a:pt x="1100467" y="29538"/>
                  </a:lnTo>
                  <a:lnTo>
                    <a:pt x="1102063" y="27494"/>
                  </a:lnTo>
                  <a:lnTo>
                    <a:pt x="1103756" y="19769"/>
                  </a:lnTo>
                  <a:lnTo>
                    <a:pt x="1102063" y="12019"/>
                  </a:lnTo>
                  <a:lnTo>
                    <a:pt x="1100400" y="9874"/>
                  </a:lnTo>
                  <a:close/>
                </a:path>
                <a:path w="1132205" h="97790">
                  <a:moveTo>
                    <a:pt x="988943" y="10449"/>
                  </a:moveTo>
                  <a:lnTo>
                    <a:pt x="979734" y="11612"/>
                  </a:lnTo>
                  <a:lnTo>
                    <a:pt x="972246" y="14909"/>
                  </a:lnTo>
                  <a:lnTo>
                    <a:pt x="967214" y="20057"/>
                  </a:lnTo>
                  <a:lnTo>
                    <a:pt x="965373" y="26774"/>
                  </a:lnTo>
                  <a:lnTo>
                    <a:pt x="967214" y="33429"/>
                  </a:lnTo>
                  <a:lnTo>
                    <a:pt x="972246" y="38547"/>
                  </a:lnTo>
                  <a:lnTo>
                    <a:pt x="979734" y="41832"/>
                  </a:lnTo>
                  <a:lnTo>
                    <a:pt x="988943" y="42993"/>
                  </a:lnTo>
                  <a:lnTo>
                    <a:pt x="998064" y="41832"/>
                  </a:lnTo>
                  <a:lnTo>
                    <a:pt x="1005562" y="38547"/>
                  </a:lnTo>
                  <a:lnTo>
                    <a:pt x="1009953" y="34124"/>
                  </a:lnTo>
                  <a:lnTo>
                    <a:pt x="983436" y="34124"/>
                  </a:lnTo>
                  <a:lnTo>
                    <a:pt x="979069" y="31035"/>
                  </a:lnTo>
                  <a:lnTo>
                    <a:pt x="979069" y="21381"/>
                  </a:lnTo>
                  <a:lnTo>
                    <a:pt x="983436" y="18156"/>
                  </a:lnTo>
                  <a:lnTo>
                    <a:pt x="1008767" y="18156"/>
                  </a:lnTo>
                  <a:lnTo>
                    <a:pt x="1005562" y="14909"/>
                  </a:lnTo>
                  <a:lnTo>
                    <a:pt x="998064" y="11612"/>
                  </a:lnTo>
                  <a:lnTo>
                    <a:pt x="988943" y="10449"/>
                  </a:lnTo>
                  <a:close/>
                </a:path>
                <a:path w="1132205" h="97790">
                  <a:moveTo>
                    <a:pt x="1008767" y="18156"/>
                  </a:moveTo>
                  <a:lnTo>
                    <a:pt x="994367" y="18156"/>
                  </a:lnTo>
                  <a:lnTo>
                    <a:pt x="998733" y="21381"/>
                  </a:lnTo>
                  <a:lnTo>
                    <a:pt x="998733" y="31035"/>
                  </a:lnTo>
                  <a:lnTo>
                    <a:pt x="994367" y="34124"/>
                  </a:lnTo>
                  <a:lnTo>
                    <a:pt x="1009953" y="34124"/>
                  </a:lnTo>
                  <a:lnTo>
                    <a:pt x="1010643" y="33429"/>
                  </a:lnTo>
                  <a:lnTo>
                    <a:pt x="1012513" y="26774"/>
                  </a:lnTo>
                  <a:lnTo>
                    <a:pt x="1010643" y="20057"/>
                  </a:lnTo>
                  <a:lnTo>
                    <a:pt x="1008767" y="18156"/>
                  </a:lnTo>
                  <a:close/>
                </a:path>
                <a:path w="1132205" h="97790">
                  <a:moveTo>
                    <a:pt x="981708" y="9633"/>
                  </a:moveTo>
                  <a:lnTo>
                    <a:pt x="958138" y="9633"/>
                  </a:lnTo>
                  <a:lnTo>
                    <a:pt x="958138" y="18156"/>
                  </a:lnTo>
                  <a:lnTo>
                    <a:pt x="969072" y="18156"/>
                  </a:lnTo>
                  <a:lnTo>
                    <a:pt x="972246" y="14909"/>
                  </a:lnTo>
                  <a:lnTo>
                    <a:pt x="979734" y="11612"/>
                  </a:lnTo>
                  <a:lnTo>
                    <a:pt x="988943" y="10449"/>
                  </a:lnTo>
                  <a:lnTo>
                    <a:pt x="1020000" y="10449"/>
                  </a:lnTo>
                  <a:lnTo>
                    <a:pt x="1020000" y="10230"/>
                  </a:lnTo>
                  <a:lnTo>
                    <a:pt x="981708" y="10230"/>
                  </a:lnTo>
                  <a:lnTo>
                    <a:pt x="981708" y="9633"/>
                  </a:lnTo>
                  <a:close/>
                </a:path>
                <a:path w="1132205" h="97790">
                  <a:moveTo>
                    <a:pt x="1020000" y="10449"/>
                  </a:moveTo>
                  <a:lnTo>
                    <a:pt x="988943" y="10449"/>
                  </a:lnTo>
                  <a:lnTo>
                    <a:pt x="998064" y="11612"/>
                  </a:lnTo>
                  <a:lnTo>
                    <a:pt x="1005562" y="14909"/>
                  </a:lnTo>
                  <a:lnTo>
                    <a:pt x="1008767" y="18156"/>
                  </a:lnTo>
                  <a:lnTo>
                    <a:pt x="1020000" y="18156"/>
                  </a:lnTo>
                  <a:lnTo>
                    <a:pt x="1020000" y="10449"/>
                  </a:lnTo>
                  <a:close/>
                </a:path>
                <a:path w="1132205" h="97790">
                  <a:moveTo>
                    <a:pt x="996189" y="0"/>
                  </a:moveTo>
                  <a:lnTo>
                    <a:pt x="981708" y="0"/>
                  </a:lnTo>
                  <a:lnTo>
                    <a:pt x="981708" y="10230"/>
                  </a:lnTo>
                  <a:lnTo>
                    <a:pt x="996189" y="10230"/>
                  </a:lnTo>
                  <a:lnTo>
                    <a:pt x="996189" y="0"/>
                  </a:lnTo>
                  <a:close/>
                </a:path>
                <a:path w="1132205" h="97790">
                  <a:moveTo>
                    <a:pt x="1020000" y="9633"/>
                  </a:moveTo>
                  <a:lnTo>
                    <a:pt x="996189" y="9633"/>
                  </a:lnTo>
                  <a:lnTo>
                    <a:pt x="996189" y="10230"/>
                  </a:lnTo>
                  <a:lnTo>
                    <a:pt x="1020000" y="10230"/>
                  </a:lnTo>
                  <a:lnTo>
                    <a:pt x="1020000" y="9633"/>
                  </a:lnTo>
                  <a:close/>
                </a:path>
                <a:path w="1132205" h="97790">
                  <a:moveTo>
                    <a:pt x="878706" y="62877"/>
                  </a:moveTo>
                  <a:lnTo>
                    <a:pt x="864675" y="62877"/>
                  </a:lnTo>
                  <a:lnTo>
                    <a:pt x="864675" y="93693"/>
                  </a:lnTo>
                  <a:lnTo>
                    <a:pt x="865355" y="94499"/>
                  </a:lnTo>
                  <a:lnTo>
                    <a:pt x="923207" y="94499"/>
                  </a:lnTo>
                  <a:lnTo>
                    <a:pt x="923207" y="85421"/>
                  </a:lnTo>
                  <a:lnTo>
                    <a:pt x="879166" y="85421"/>
                  </a:lnTo>
                  <a:lnTo>
                    <a:pt x="878706" y="84960"/>
                  </a:lnTo>
                  <a:lnTo>
                    <a:pt x="878706" y="62877"/>
                  </a:lnTo>
                  <a:close/>
                </a:path>
                <a:path w="1132205" h="97790">
                  <a:moveTo>
                    <a:pt x="921249" y="3779"/>
                  </a:moveTo>
                  <a:lnTo>
                    <a:pt x="907448" y="3779"/>
                  </a:lnTo>
                  <a:lnTo>
                    <a:pt x="907448" y="68982"/>
                  </a:lnTo>
                  <a:lnTo>
                    <a:pt x="921249" y="68982"/>
                  </a:lnTo>
                  <a:lnTo>
                    <a:pt x="921249" y="3779"/>
                  </a:lnTo>
                  <a:close/>
                </a:path>
                <a:path w="1132205" h="97790">
                  <a:moveTo>
                    <a:pt x="559260" y="72667"/>
                  </a:moveTo>
                  <a:lnTo>
                    <a:pt x="528455" y="72667"/>
                  </a:lnTo>
                  <a:lnTo>
                    <a:pt x="528455" y="81976"/>
                  </a:lnTo>
                  <a:lnTo>
                    <a:pt x="603992" y="81976"/>
                  </a:lnTo>
                  <a:lnTo>
                    <a:pt x="603992" y="74971"/>
                  </a:lnTo>
                  <a:lnTo>
                    <a:pt x="559260" y="74971"/>
                  </a:lnTo>
                  <a:lnTo>
                    <a:pt x="559260" y="72667"/>
                  </a:lnTo>
                  <a:close/>
                </a:path>
                <a:path w="1132205" h="97790">
                  <a:moveTo>
                    <a:pt x="573176" y="50124"/>
                  </a:moveTo>
                  <a:lnTo>
                    <a:pt x="559260" y="50124"/>
                  </a:lnTo>
                  <a:lnTo>
                    <a:pt x="559260" y="74971"/>
                  </a:lnTo>
                  <a:lnTo>
                    <a:pt x="573176" y="74971"/>
                  </a:lnTo>
                  <a:lnTo>
                    <a:pt x="573176" y="50124"/>
                  </a:lnTo>
                  <a:close/>
                </a:path>
                <a:path w="1132205" h="97790">
                  <a:moveTo>
                    <a:pt x="603992" y="72667"/>
                  </a:moveTo>
                  <a:lnTo>
                    <a:pt x="573176" y="72667"/>
                  </a:lnTo>
                  <a:lnTo>
                    <a:pt x="573176" y="74971"/>
                  </a:lnTo>
                  <a:lnTo>
                    <a:pt x="603992" y="74971"/>
                  </a:lnTo>
                  <a:lnTo>
                    <a:pt x="603992" y="72667"/>
                  </a:lnTo>
                  <a:close/>
                </a:path>
                <a:path w="1132205" h="97790">
                  <a:moveTo>
                    <a:pt x="549962" y="5968"/>
                  </a:moveTo>
                  <a:lnTo>
                    <a:pt x="536161" y="5968"/>
                  </a:lnTo>
                  <a:lnTo>
                    <a:pt x="536161" y="54029"/>
                  </a:lnTo>
                  <a:lnTo>
                    <a:pt x="536727" y="54710"/>
                  </a:lnTo>
                  <a:lnTo>
                    <a:pt x="559260" y="54710"/>
                  </a:lnTo>
                  <a:lnTo>
                    <a:pt x="559260" y="50124"/>
                  </a:lnTo>
                  <a:lnTo>
                    <a:pt x="596295" y="50124"/>
                  </a:lnTo>
                  <a:lnTo>
                    <a:pt x="596295" y="45632"/>
                  </a:lnTo>
                  <a:lnTo>
                    <a:pt x="550423" y="45632"/>
                  </a:lnTo>
                  <a:lnTo>
                    <a:pt x="549962" y="45171"/>
                  </a:lnTo>
                  <a:lnTo>
                    <a:pt x="549962" y="30574"/>
                  </a:lnTo>
                  <a:lnTo>
                    <a:pt x="546391" y="30574"/>
                  </a:lnTo>
                  <a:lnTo>
                    <a:pt x="546391" y="21381"/>
                  </a:lnTo>
                  <a:lnTo>
                    <a:pt x="549962" y="21381"/>
                  </a:lnTo>
                  <a:lnTo>
                    <a:pt x="549962" y="5968"/>
                  </a:lnTo>
                  <a:close/>
                </a:path>
                <a:path w="1132205" h="97790">
                  <a:moveTo>
                    <a:pt x="596295" y="50124"/>
                  </a:moveTo>
                  <a:lnTo>
                    <a:pt x="573176" y="50124"/>
                  </a:lnTo>
                  <a:lnTo>
                    <a:pt x="573176" y="54710"/>
                  </a:lnTo>
                  <a:lnTo>
                    <a:pt x="595720" y="54710"/>
                  </a:lnTo>
                  <a:lnTo>
                    <a:pt x="596295" y="54029"/>
                  </a:lnTo>
                  <a:lnTo>
                    <a:pt x="596295" y="50124"/>
                  </a:lnTo>
                  <a:close/>
                </a:path>
                <a:path w="1132205" h="97790">
                  <a:moveTo>
                    <a:pt x="596295" y="5968"/>
                  </a:moveTo>
                  <a:lnTo>
                    <a:pt x="582484" y="5968"/>
                  </a:lnTo>
                  <a:lnTo>
                    <a:pt x="582484" y="45171"/>
                  </a:lnTo>
                  <a:lnTo>
                    <a:pt x="582024" y="45632"/>
                  </a:lnTo>
                  <a:lnTo>
                    <a:pt x="596295" y="45632"/>
                  </a:lnTo>
                  <a:lnTo>
                    <a:pt x="596295" y="30574"/>
                  </a:lnTo>
                  <a:lnTo>
                    <a:pt x="586285" y="30574"/>
                  </a:lnTo>
                  <a:lnTo>
                    <a:pt x="586285" y="21381"/>
                  </a:lnTo>
                  <a:lnTo>
                    <a:pt x="596295" y="21381"/>
                  </a:lnTo>
                  <a:lnTo>
                    <a:pt x="596295" y="5968"/>
                  </a:lnTo>
                  <a:close/>
                </a:path>
                <a:path w="1132205" h="97790">
                  <a:moveTo>
                    <a:pt x="549962" y="21381"/>
                  </a:moveTo>
                  <a:lnTo>
                    <a:pt x="546391" y="21381"/>
                  </a:lnTo>
                  <a:lnTo>
                    <a:pt x="546391" y="30574"/>
                  </a:lnTo>
                  <a:lnTo>
                    <a:pt x="549962" y="30574"/>
                  </a:lnTo>
                  <a:lnTo>
                    <a:pt x="549962" y="21381"/>
                  </a:lnTo>
                  <a:close/>
                </a:path>
                <a:path w="1132205" h="97790">
                  <a:moveTo>
                    <a:pt x="582484" y="21381"/>
                  </a:moveTo>
                  <a:lnTo>
                    <a:pt x="549962" y="21381"/>
                  </a:lnTo>
                  <a:lnTo>
                    <a:pt x="549962" y="30574"/>
                  </a:lnTo>
                  <a:lnTo>
                    <a:pt x="582484" y="30574"/>
                  </a:lnTo>
                  <a:lnTo>
                    <a:pt x="582484" y="21381"/>
                  </a:lnTo>
                  <a:close/>
                </a:path>
                <a:path w="1132205" h="97790">
                  <a:moveTo>
                    <a:pt x="596295" y="21381"/>
                  </a:moveTo>
                  <a:lnTo>
                    <a:pt x="586285" y="21381"/>
                  </a:lnTo>
                  <a:lnTo>
                    <a:pt x="586285" y="30574"/>
                  </a:lnTo>
                  <a:lnTo>
                    <a:pt x="596295" y="30574"/>
                  </a:lnTo>
                  <a:lnTo>
                    <a:pt x="596295" y="21381"/>
                  </a:lnTo>
                  <a:close/>
                </a:path>
                <a:path w="1132205" h="97790">
                  <a:moveTo>
                    <a:pt x="144330" y="62532"/>
                  </a:moveTo>
                  <a:lnTo>
                    <a:pt x="121221" y="62532"/>
                  </a:lnTo>
                  <a:lnTo>
                    <a:pt x="121221" y="71610"/>
                  </a:lnTo>
                  <a:lnTo>
                    <a:pt x="167680" y="71610"/>
                  </a:lnTo>
                  <a:lnTo>
                    <a:pt x="168141" y="72071"/>
                  </a:lnTo>
                  <a:lnTo>
                    <a:pt x="168141" y="95651"/>
                  </a:lnTo>
                  <a:lnTo>
                    <a:pt x="182057" y="95651"/>
                  </a:lnTo>
                  <a:lnTo>
                    <a:pt x="182057" y="64835"/>
                  </a:lnTo>
                  <a:lnTo>
                    <a:pt x="144330" y="64835"/>
                  </a:lnTo>
                  <a:lnTo>
                    <a:pt x="144330" y="62532"/>
                  </a:lnTo>
                  <a:close/>
                </a:path>
                <a:path w="1132205" h="97790">
                  <a:moveTo>
                    <a:pt x="158026" y="45056"/>
                  </a:moveTo>
                  <a:lnTo>
                    <a:pt x="144330" y="45056"/>
                  </a:lnTo>
                  <a:lnTo>
                    <a:pt x="144330" y="64835"/>
                  </a:lnTo>
                  <a:lnTo>
                    <a:pt x="158026" y="64835"/>
                  </a:lnTo>
                  <a:lnTo>
                    <a:pt x="158026" y="45056"/>
                  </a:lnTo>
                  <a:close/>
                </a:path>
                <a:path w="1132205" h="97790">
                  <a:moveTo>
                    <a:pt x="181251" y="62532"/>
                  </a:moveTo>
                  <a:lnTo>
                    <a:pt x="158026" y="62532"/>
                  </a:lnTo>
                  <a:lnTo>
                    <a:pt x="158026" y="64835"/>
                  </a:lnTo>
                  <a:lnTo>
                    <a:pt x="182057" y="64835"/>
                  </a:lnTo>
                  <a:lnTo>
                    <a:pt x="182057" y="63233"/>
                  </a:lnTo>
                  <a:lnTo>
                    <a:pt x="181251" y="62532"/>
                  </a:lnTo>
                  <a:close/>
                </a:path>
                <a:path w="1132205" h="97790">
                  <a:moveTo>
                    <a:pt x="168036" y="38166"/>
                  </a:moveTo>
                  <a:lnTo>
                    <a:pt x="112834" y="38166"/>
                  </a:lnTo>
                  <a:lnTo>
                    <a:pt x="112834" y="47474"/>
                  </a:lnTo>
                  <a:lnTo>
                    <a:pt x="144330" y="47474"/>
                  </a:lnTo>
                  <a:lnTo>
                    <a:pt x="144330" y="45056"/>
                  </a:lnTo>
                  <a:lnTo>
                    <a:pt x="189533" y="45056"/>
                  </a:lnTo>
                  <a:lnTo>
                    <a:pt x="189533" y="40113"/>
                  </a:lnTo>
                  <a:lnTo>
                    <a:pt x="168036" y="40113"/>
                  </a:lnTo>
                  <a:lnTo>
                    <a:pt x="168036" y="38166"/>
                  </a:lnTo>
                  <a:close/>
                </a:path>
                <a:path w="1132205" h="97790">
                  <a:moveTo>
                    <a:pt x="189533" y="45056"/>
                  </a:moveTo>
                  <a:lnTo>
                    <a:pt x="158026" y="45056"/>
                  </a:lnTo>
                  <a:lnTo>
                    <a:pt x="158026" y="47474"/>
                  </a:lnTo>
                  <a:lnTo>
                    <a:pt x="189533" y="47474"/>
                  </a:lnTo>
                  <a:lnTo>
                    <a:pt x="189533" y="45056"/>
                  </a:lnTo>
                  <a:close/>
                </a:path>
                <a:path w="1132205" h="97790">
                  <a:moveTo>
                    <a:pt x="181376" y="5162"/>
                  </a:moveTo>
                  <a:lnTo>
                    <a:pt x="119964" y="5162"/>
                  </a:lnTo>
                  <a:lnTo>
                    <a:pt x="119964" y="14240"/>
                  </a:lnTo>
                  <a:lnTo>
                    <a:pt x="167576" y="14240"/>
                  </a:lnTo>
                  <a:lnTo>
                    <a:pt x="168036" y="14701"/>
                  </a:lnTo>
                  <a:lnTo>
                    <a:pt x="168036" y="40113"/>
                  </a:lnTo>
                  <a:lnTo>
                    <a:pt x="181942" y="40113"/>
                  </a:lnTo>
                  <a:lnTo>
                    <a:pt x="181942" y="5842"/>
                  </a:lnTo>
                  <a:lnTo>
                    <a:pt x="181376" y="5162"/>
                  </a:lnTo>
                  <a:close/>
                </a:path>
                <a:path w="1132205" h="97790">
                  <a:moveTo>
                    <a:pt x="189533" y="38166"/>
                  </a:moveTo>
                  <a:lnTo>
                    <a:pt x="181942" y="38166"/>
                  </a:lnTo>
                  <a:lnTo>
                    <a:pt x="181942" y="40113"/>
                  </a:lnTo>
                  <a:lnTo>
                    <a:pt x="189533" y="40113"/>
                  </a:lnTo>
                  <a:lnTo>
                    <a:pt x="189533" y="38166"/>
                  </a:lnTo>
                  <a:close/>
                </a:path>
                <a:path w="1132205" h="97790">
                  <a:moveTo>
                    <a:pt x="27119" y="14240"/>
                  </a:moveTo>
                  <a:lnTo>
                    <a:pt x="4827" y="35642"/>
                  </a:lnTo>
                  <a:lnTo>
                    <a:pt x="6566" y="44390"/>
                  </a:lnTo>
                  <a:lnTo>
                    <a:pt x="11324" y="51097"/>
                  </a:lnTo>
                  <a:lnTo>
                    <a:pt x="18406" y="55394"/>
                  </a:lnTo>
                  <a:lnTo>
                    <a:pt x="27119" y="56909"/>
                  </a:lnTo>
                  <a:lnTo>
                    <a:pt x="35802" y="55394"/>
                  </a:lnTo>
                  <a:lnTo>
                    <a:pt x="42899" y="51097"/>
                  </a:lnTo>
                  <a:lnTo>
                    <a:pt x="45156" y="47935"/>
                  </a:lnTo>
                  <a:lnTo>
                    <a:pt x="22418" y="47935"/>
                  </a:lnTo>
                  <a:lnTo>
                    <a:pt x="18627" y="42993"/>
                  </a:lnTo>
                  <a:lnTo>
                    <a:pt x="18627" y="27695"/>
                  </a:lnTo>
                  <a:lnTo>
                    <a:pt x="22418" y="22763"/>
                  </a:lnTo>
                  <a:lnTo>
                    <a:pt x="44779" y="22763"/>
                  </a:lnTo>
                  <a:lnTo>
                    <a:pt x="42899" y="20111"/>
                  </a:lnTo>
                  <a:lnTo>
                    <a:pt x="35802" y="15773"/>
                  </a:lnTo>
                  <a:lnTo>
                    <a:pt x="27119" y="14240"/>
                  </a:lnTo>
                  <a:close/>
                </a:path>
                <a:path w="1132205" h="97790">
                  <a:moveTo>
                    <a:pt x="44779" y="22763"/>
                  </a:moveTo>
                  <a:lnTo>
                    <a:pt x="31726" y="22763"/>
                  </a:lnTo>
                  <a:lnTo>
                    <a:pt x="35527" y="27695"/>
                  </a:lnTo>
                  <a:lnTo>
                    <a:pt x="35527" y="42993"/>
                  </a:lnTo>
                  <a:lnTo>
                    <a:pt x="31726" y="47935"/>
                  </a:lnTo>
                  <a:lnTo>
                    <a:pt x="45156" y="47935"/>
                  </a:lnTo>
                  <a:lnTo>
                    <a:pt x="47687" y="44390"/>
                  </a:lnTo>
                  <a:lnTo>
                    <a:pt x="49443" y="35642"/>
                  </a:lnTo>
                  <a:lnTo>
                    <a:pt x="47687" y="26865"/>
                  </a:lnTo>
                  <a:lnTo>
                    <a:pt x="44779" y="22763"/>
                  </a:lnTo>
                  <a:close/>
                </a:path>
                <a:path w="1132205" h="97790">
                  <a:moveTo>
                    <a:pt x="19884" y="13674"/>
                  </a:moveTo>
                  <a:lnTo>
                    <a:pt x="0" y="13674"/>
                  </a:lnTo>
                  <a:lnTo>
                    <a:pt x="0" y="22763"/>
                  </a:lnTo>
                  <a:lnTo>
                    <a:pt x="9456" y="22763"/>
                  </a:lnTo>
                  <a:lnTo>
                    <a:pt x="11324" y="20111"/>
                  </a:lnTo>
                  <a:lnTo>
                    <a:pt x="18406" y="15773"/>
                  </a:lnTo>
                  <a:lnTo>
                    <a:pt x="23846" y="14816"/>
                  </a:lnTo>
                  <a:lnTo>
                    <a:pt x="19884" y="14816"/>
                  </a:lnTo>
                  <a:lnTo>
                    <a:pt x="19884" y="13674"/>
                  </a:lnTo>
                  <a:close/>
                </a:path>
                <a:path w="1132205" h="97790">
                  <a:moveTo>
                    <a:pt x="34365" y="14240"/>
                  </a:moveTo>
                  <a:lnTo>
                    <a:pt x="27119" y="14240"/>
                  </a:lnTo>
                  <a:lnTo>
                    <a:pt x="35802" y="15773"/>
                  </a:lnTo>
                  <a:lnTo>
                    <a:pt x="42899" y="20111"/>
                  </a:lnTo>
                  <a:lnTo>
                    <a:pt x="44779" y="22763"/>
                  </a:lnTo>
                  <a:lnTo>
                    <a:pt x="54270" y="22763"/>
                  </a:lnTo>
                  <a:lnTo>
                    <a:pt x="54270" y="14816"/>
                  </a:lnTo>
                  <a:lnTo>
                    <a:pt x="34365" y="14816"/>
                  </a:lnTo>
                  <a:lnTo>
                    <a:pt x="34365" y="14240"/>
                  </a:lnTo>
                  <a:close/>
                </a:path>
                <a:path w="1132205" h="97790">
                  <a:moveTo>
                    <a:pt x="34365" y="1141"/>
                  </a:moveTo>
                  <a:lnTo>
                    <a:pt x="19884" y="1141"/>
                  </a:lnTo>
                  <a:lnTo>
                    <a:pt x="19884" y="14816"/>
                  </a:lnTo>
                  <a:lnTo>
                    <a:pt x="23846" y="14816"/>
                  </a:lnTo>
                  <a:lnTo>
                    <a:pt x="27119" y="14240"/>
                  </a:lnTo>
                  <a:lnTo>
                    <a:pt x="34365" y="14240"/>
                  </a:lnTo>
                  <a:lnTo>
                    <a:pt x="34365" y="1141"/>
                  </a:lnTo>
                  <a:close/>
                </a:path>
                <a:path w="1132205" h="97790">
                  <a:moveTo>
                    <a:pt x="54270" y="13674"/>
                  </a:moveTo>
                  <a:lnTo>
                    <a:pt x="34365" y="13674"/>
                  </a:lnTo>
                  <a:lnTo>
                    <a:pt x="34365" y="14816"/>
                  </a:lnTo>
                  <a:lnTo>
                    <a:pt x="54270" y="14816"/>
                  </a:lnTo>
                  <a:lnTo>
                    <a:pt x="54270" y="13674"/>
                  </a:lnTo>
                  <a:close/>
                </a:path>
                <a:path w="1132205" h="97790">
                  <a:moveTo>
                    <a:pt x="34030" y="64039"/>
                  </a:moveTo>
                  <a:lnTo>
                    <a:pt x="20009" y="64039"/>
                  </a:lnTo>
                  <a:lnTo>
                    <a:pt x="20009" y="93693"/>
                  </a:lnTo>
                  <a:lnTo>
                    <a:pt x="20690" y="94499"/>
                  </a:lnTo>
                  <a:lnTo>
                    <a:pt x="78521" y="94499"/>
                  </a:lnTo>
                  <a:lnTo>
                    <a:pt x="78521" y="85421"/>
                  </a:lnTo>
                  <a:lnTo>
                    <a:pt x="34470" y="85421"/>
                  </a:lnTo>
                  <a:lnTo>
                    <a:pt x="34030" y="84960"/>
                  </a:lnTo>
                  <a:lnTo>
                    <a:pt x="34030" y="64039"/>
                  </a:lnTo>
                  <a:close/>
                </a:path>
                <a:path w="1132205" h="97790">
                  <a:moveTo>
                    <a:pt x="76238" y="3779"/>
                  </a:moveTo>
                  <a:lnTo>
                    <a:pt x="62437" y="3779"/>
                  </a:lnTo>
                  <a:lnTo>
                    <a:pt x="62437" y="68982"/>
                  </a:lnTo>
                  <a:lnTo>
                    <a:pt x="76238" y="68982"/>
                  </a:lnTo>
                  <a:lnTo>
                    <a:pt x="76238" y="37244"/>
                  </a:lnTo>
                  <a:lnTo>
                    <a:pt x="72772" y="37244"/>
                  </a:lnTo>
                  <a:lnTo>
                    <a:pt x="72772" y="27936"/>
                  </a:lnTo>
                  <a:lnTo>
                    <a:pt x="76238" y="27936"/>
                  </a:lnTo>
                  <a:lnTo>
                    <a:pt x="76238" y="3779"/>
                  </a:lnTo>
                  <a:close/>
                </a:path>
                <a:path w="1132205" h="97790">
                  <a:moveTo>
                    <a:pt x="76238" y="27936"/>
                  </a:moveTo>
                  <a:lnTo>
                    <a:pt x="72772" y="27936"/>
                  </a:lnTo>
                  <a:lnTo>
                    <a:pt x="72772" y="37244"/>
                  </a:lnTo>
                  <a:lnTo>
                    <a:pt x="76238" y="37244"/>
                  </a:lnTo>
                  <a:lnTo>
                    <a:pt x="76238" y="27936"/>
                  </a:lnTo>
                  <a:close/>
                </a:path>
                <a:path w="1132205" h="97790">
                  <a:moveTo>
                    <a:pt x="89557" y="27936"/>
                  </a:moveTo>
                  <a:lnTo>
                    <a:pt x="76238" y="27936"/>
                  </a:lnTo>
                  <a:lnTo>
                    <a:pt x="76238" y="37244"/>
                  </a:lnTo>
                  <a:lnTo>
                    <a:pt x="89557" y="37244"/>
                  </a:lnTo>
                  <a:lnTo>
                    <a:pt x="89557" y="279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0810774" y="10570343"/>
              <a:ext cx="1095375" cy="463550"/>
            </a:xfrm>
            <a:custGeom>
              <a:avLst/>
              <a:gdLst/>
              <a:ahLst/>
              <a:cxnLst/>
              <a:rect l="l" t="t" r="r" b="b"/>
              <a:pathLst>
                <a:path w="1095375" h="463550">
                  <a:moveTo>
                    <a:pt x="397725" y="0"/>
                  </a:moveTo>
                  <a:lnTo>
                    <a:pt x="301066" y="0"/>
                  </a:lnTo>
                  <a:lnTo>
                    <a:pt x="301066" y="313397"/>
                  </a:lnTo>
                  <a:lnTo>
                    <a:pt x="103111" y="0"/>
                  </a:lnTo>
                  <a:lnTo>
                    <a:pt x="0" y="0"/>
                  </a:lnTo>
                  <a:lnTo>
                    <a:pt x="0" y="463346"/>
                  </a:lnTo>
                  <a:lnTo>
                    <a:pt x="97256" y="463346"/>
                  </a:lnTo>
                  <a:lnTo>
                    <a:pt x="97256" y="151142"/>
                  </a:lnTo>
                  <a:lnTo>
                    <a:pt x="294055" y="463346"/>
                  </a:lnTo>
                  <a:lnTo>
                    <a:pt x="397725" y="463346"/>
                  </a:lnTo>
                  <a:lnTo>
                    <a:pt x="397725" y="0"/>
                  </a:lnTo>
                  <a:close/>
                </a:path>
                <a:path w="1095375" h="463550">
                  <a:moveTo>
                    <a:pt x="592188" y="12"/>
                  </a:moveTo>
                  <a:lnTo>
                    <a:pt x="489089" y="12"/>
                  </a:lnTo>
                  <a:lnTo>
                    <a:pt x="489089" y="463359"/>
                  </a:lnTo>
                  <a:lnTo>
                    <a:pt x="592188" y="463359"/>
                  </a:lnTo>
                  <a:lnTo>
                    <a:pt x="592188" y="12"/>
                  </a:lnTo>
                  <a:close/>
                </a:path>
                <a:path w="1095375" h="463550">
                  <a:moveTo>
                    <a:pt x="1094778" y="463346"/>
                  </a:moveTo>
                  <a:lnTo>
                    <a:pt x="934567" y="42329"/>
                  </a:lnTo>
                  <a:lnTo>
                    <a:pt x="934567" y="313397"/>
                  </a:lnTo>
                  <a:lnTo>
                    <a:pt x="792543" y="313397"/>
                  </a:lnTo>
                  <a:lnTo>
                    <a:pt x="864552" y="113068"/>
                  </a:lnTo>
                  <a:lnTo>
                    <a:pt x="934567" y="313397"/>
                  </a:lnTo>
                  <a:lnTo>
                    <a:pt x="934567" y="42329"/>
                  </a:lnTo>
                  <a:lnTo>
                    <a:pt x="918464" y="0"/>
                  </a:lnTo>
                  <a:lnTo>
                    <a:pt x="812431" y="0"/>
                  </a:lnTo>
                  <a:lnTo>
                    <a:pt x="633806" y="463346"/>
                  </a:lnTo>
                  <a:lnTo>
                    <a:pt x="738644" y="463346"/>
                  </a:lnTo>
                  <a:lnTo>
                    <a:pt x="765378" y="388950"/>
                  </a:lnTo>
                  <a:lnTo>
                    <a:pt x="960970" y="388950"/>
                  </a:lnTo>
                  <a:lnTo>
                    <a:pt x="986980" y="463346"/>
                  </a:lnTo>
                  <a:lnTo>
                    <a:pt x="1094778" y="463346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CoverTeam"/>
          <p:cNvSpPr txBox="1"/>
          <p:nvPr/>
        </p:nvSpPr>
        <p:spPr>
          <a:xfrm>
            <a:off x="4206240" y="9253728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팀 데이트릭스  ·  팀장 최나현</a:t>
            </a:r>
          </a:p>
        </p:txBody>
      </p:sp>
      <p:sp>
        <p:nvSpPr>
          <p:cNvPr id="59" name="CoverMembers"/>
          <p:cNvSpPr txBox="1"/>
          <p:nvPr/>
        </p:nvSpPr>
        <p:spPr>
          <a:xfrm>
            <a:off x="4206240" y="9710928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팀원 남연서, 김규현, 변진호  ·  제출일 2026.10.14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Title"/>
          <p:cNvSpPr txBox="1"/>
          <p:nvPr/>
        </p:nvSpPr>
        <p:spPr>
          <a:xfrm>
            <a:off x="100584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7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sp>
        <p:nvSpPr>
          <p:cNvPr id="38" name="Rounded Rectangle 37"/>
          <p:cNvSpPr/>
          <p:nvPr/>
        </p:nvSpPr>
        <p:spPr>
          <a:xfrm>
            <a:off x="1371600" y="315468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14600" y="3108960"/>
            <a:ext cx="1600200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팀 소개 및 대회 개요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371600" y="4069080"/>
            <a:ext cx="17373600" cy="0"/>
          </a:xfrm>
          <a:prstGeom prst="line">
            <a:avLst/>
          </a:prstGeom>
          <a:ln w="15875">
            <a:solidFill>
              <a:srgbClr val="9DB8DC"/>
            </a:solidFill>
          </a:ln>
        </p:spPr>
      </p:cxnSp>
      <p:sp>
        <p:nvSpPr>
          <p:cNvPr id="41" name="Rounded Rectangle 40"/>
          <p:cNvSpPr/>
          <p:nvPr/>
        </p:nvSpPr>
        <p:spPr>
          <a:xfrm>
            <a:off x="1371600" y="425196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14600" y="4206240"/>
            <a:ext cx="1600200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미션 1 - 신고자 성별 분류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371600" y="5166360"/>
            <a:ext cx="17373600" cy="0"/>
          </a:xfrm>
          <a:prstGeom prst="line">
            <a:avLst/>
          </a:prstGeom>
          <a:ln w="15875">
            <a:solidFill>
              <a:srgbClr val="9DB8DC"/>
            </a:solidFill>
          </a:ln>
        </p:spPr>
      </p:cxnSp>
      <p:sp>
        <p:nvSpPr>
          <p:cNvPr id="44" name="Rounded Rectangle 43"/>
          <p:cNvSpPr/>
          <p:nvPr/>
        </p:nvSpPr>
        <p:spPr>
          <a:xfrm>
            <a:off x="1371600" y="534924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14600" y="5303520"/>
            <a:ext cx="1600200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미션 2 - 신고자 / 119대원 화자 분류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371600" y="6263640"/>
            <a:ext cx="17373600" cy="0"/>
          </a:xfrm>
          <a:prstGeom prst="line">
            <a:avLst/>
          </a:prstGeom>
          <a:ln w="15875">
            <a:solidFill>
              <a:srgbClr val="9DB8DC"/>
            </a:solidFill>
          </a:ln>
        </p:spPr>
      </p:cxnSp>
      <p:sp>
        <p:nvSpPr>
          <p:cNvPr id="47" name="Rounded Rectangle 46"/>
          <p:cNvSpPr/>
          <p:nvPr/>
        </p:nvSpPr>
        <p:spPr>
          <a:xfrm>
            <a:off x="1371600" y="644652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14600" y="6400800"/>
            <a:ext cx="1600200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미션 3 - 환자 증상 인식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371600" y="7360920"/>
            <a:ext cx="17373600" cy="0"/>
          </a:xfrm>
          <a:prstGeom prst="line">
            <a:avLst/>
          </a:prstGeom>
          <a:ln w="15875">
            <a:solidFill>
              <a:srgbClr val="9DB8DC"/>
            </a:solidFill>
          </a:ln>
        </p:spPr>
      </p:cxnSp>
      <p:sp>
        <p:nvSpPr>
          <p:cNvPr id="50" name="Rounded Rectangle 49"/>
          <p:cNvSpPr/>
          <p:nvPr/>
        </p:nvSpPr>
        <p:spPr>
          <a:xfrm>
            <a:off x="1371600" y="754380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14600" y="7498079"/>
            <a:ext cx="1600200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종합 결과 및 계산 효율성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371600" y="8458200"/>
            <a:ext cx="17373600" cy="0"/>
          </a:xfrm>
          <a:prstGeom prst="line">
            <a:avLst/>
          </a:prstGeom>
          <a:ln w="15875">
            <a:solidFill>
              <a:srgbClr val="9DB8DC"/>
            </a:solidFill>
          </a:ln>
        </p:spPr>
      </p:cxnSp>
      <p:sp>
        <p:nvSpPr>
          <p:cNvPr id="53" name="Rounded Rectangle 52"/>
          <p:cNvSpPr/>
          <p:nvPr/>
        </p:nvSpPr>
        <p:spPr>
          <a:xfrm>
            <a:off x="1371600" y="864108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14600" y="8595359"/>
            <a:ext cx="1600200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사회 안전 시사점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371600" y="9555480"/>
            <a:ext cx="17373600" cy="0"/>
          </a:xfrm>
          <a:prstGeom prst="line">
            <a:avLst/>
          </a:prstGeom>
          <a:ln w="15875">
            <a:solidFill>
              <a:srgbClr val="9DB8DC"/>
            </a:solidFill>
          </a:ln>
        </p:spPr>
      </p:cxnSp>
      <p:sp>
        <p:nvSpPr>
          <p:cNvPr id="56" name="Rounded Rectangle 55"/>
          <p:cNvSpPr/>
          <p:nvPr/>
        </p:nvSpPr>
        <p:spPr>
          <a:xfrm>
            <a:off x="1371600" y="9738359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14600" y="9692639"/>
            <a:ext cx="1600200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한계 및 향후 과제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371600" y="10652759"/>
            <a:ext cx="17373600" cy="0"/>
          </a:xfrm>
          <a:prstGeom prst="line">
            <a:avLst/>
          </a:prstGeom>
          <a:ln w="15875">
            <a:solidFill>
              <a:srgbClr val="9DB8DC"/>
            </a:solidFill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1188720" y="2926080"/>
            <a:ext cx="7498079" cy="4023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4114800"/>
            <a:ext cx="11430000" cy="2560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팀 소개 및 대회 개요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280160" y="7086600"/>
            <a:ext cx="17830800" cy="0"/>
          </a:xfrm>
          <a:prstGeom prst="line">
            <a:avLst/>
          </a:prstGeom>
          <a:ln w="50800">
            <a:solidFill>
              <a:srgbClr val="019DDA"/>
            </a:solidFill>
          </a:ln>
        </p:spPr>
      </p:cxn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팀 소개</a:t>
            </a:r>
          </a:p>
        </p:txBody>
      </p:sp>
      <p:sp>
        <p:nvSpPr>
          <p:cNvPr id="38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sp>
        <p:nvSpPr>
          <p:cNvPr id="39" name="Rounded Rectangle 38"/>
          <p:cNvSpPr/>
          <p:nvPr/>
        </p:nvSpPr>
        <p:spPr>
          <a:xfrm>
            <a:off x="1005840" y="3611880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팀명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4297680"/>
            <a:ext cx="530352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데이트릭스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5577840"/>
            <a:ext cx="5212080" cy="2651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“성능 수치뿐 아니라,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그 수치가 왜 나왔는지까지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분석하자”</a:t>
            </a:r>
          </a:p>
        </p:txBody>
      </p:sp>
      <p:pic>
        <p:nvPicPr>
          <p:cNvPr id="42" name="Picture 41" descr="photo_최나현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66560" y="3657600"/>
            <a:ext cx="2743200" cy="317381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766560" y="6967728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최나현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766560" y="7589520"/>
            <a:ext cx="2743200" cy="0"/>
          </a:xfrm>
          <a:prstGeom prst="line">
            <a:avLst/>
          </a:prstGeom>
          <a:ln w="15875">
            <a:solidFill>
              <a:srgbClr val="9DB8DC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6766560" y="7662672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팀장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766560" y="8229600"/>
            <a:ext cx="2743200" cy="0"/>
          </a:xfrm>
          <a:prstGeom prst="line">
            <a:avLst/>
          </a:prstGeom>
          <a:ln w="31750">
            <a:solidFill>
              <a:srgbClr val="284890"/>
            </a:solidFill>
          </a:ln>
        </p:spPr>
      </p:cxnSp>
      <p:pic>
        <p:nvPicPr>
          <p:cNvPr id="47" name="Picture 46" descr="photo_최나현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75520" y="3657600"/>
            <a:ext cx="2743200" cy="3173819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875520" y="6967728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남연서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875520" y="7589520"/>
            <a:ext cx="2743200" cy="0"/>
          </a:xfrm>
          <a:prstGeom prst="line">
            <a:avLst/>
          </a:prstGeom>
          <a:ln w="15875">
            <a:solidFill>
              <a:srgbClr val="9DB8DC"/>
            </a:solidFill>
          </a:ln>
        </p:spPr>
      </p:cxnSp>
      <p:sp>
        <p:nvSpPr>
          <p:cNvPr id="50" name="TextBox 49"/>
          <p:cNvSpPr txBox="1"/>
          <p:nvPr/>
        </p:nvSpPr>
        <p:spPr>
          <a:xfrm>
            <a:off x="9875520" y="7662672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B6B8C"/>
                </a:solidFill>
                <a:latin typeface="맑은 고딕"/>
                <a:ea typeface="맑은 고딕"/>
                <a:cs typeface="맑은 고딕"/>
              </a:rPr>
              <a:t>팀원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875520" y="8229600"/>
            <a:ext cx="2743200" cy="0"/>
          </a:xfrm>
          <a:prstGeom prst="line">
            <a:avLst/>
          </a:prstGeom>
          <a:ln w="31750">
            <a:solidFill>
              <a:srgbClr val="284890"/>
            </a:solidFill>
          </a:ln>
        </p:spPr>
      </p:cxnSp>
      <p:pic>
        <p:nvPicPr>
          <p:cNvPr id="52" name="Picture 51" descr="photo_김규현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984480" y="3657600"/>
            <a:ext cx="2743200" cy="3173819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2984480" y="6967728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김규현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2984480" y="7589520"/>
            <a:ext cx="2743200" cy="0"/>
          </a:xfrm>
          <a:prstGeom prst="line">
            <a:avLst/>
          </a:prstGeom>
          <a:ln w="15875">
            <a:solidFill>
              <a:srgbClr val="9DB8DC"/>
            </a:solidFill>
          </a:ln>
        </p:spPr>
      </p:cxnSp>
      <p:sp>
        <p:nvSpPr>
          <p:cNvPr id="55" name="TextBox 54"/>
          <p:cNvSpPr txBox="1"/>
          <p:nvPr/>
        </p:nvSpPr>
        <p:spPr>
          <a:xfrm>
            <a:off x="12984480" y="7662672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B6B8C"/>
                </a:solidFill>
                <a:latin typeface="맑은 고딕"/>
                <a:ea typeface="맑은 고딕"/>
                <a:cs typeface="맑은 고딕"/>
              </a:rPr>
              <a:t>팀원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2984480" y="8229600"/>
            <a:ext cx="2743200" cy="0"/>
          </a:xfrm>
          <a:prstGeom prst="line">
            <a:avLst/>
          </a:prstGeom>
          <a:ln w="31750">
            <a:solidFill>
              <a:srgbClr val="284890"/>
            </a:solidFill>
          </a:ln>
        </p:spPr>
      </p:cxnSp>
      <p:pic>
        <p:nvPicPr>
          <p:cNvPr id="57" name="Picture 56" descr="photo_변진호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093440" y="3657600"/>
            <a:ext cx="2743200" cy="3173819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6093440" y="6967728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변진호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6093440" y="7589520"/>
            <a:ext cx="2743200" cy="0"/>
          </a:xfrm>
          <a:prstGeom prst="line">
            <a:avLst/>
          </a:prstGeom>
          <a:ln w="15875">
            <a:solidFill>
              <a:srgbClr val="9DB8DC"/>
            </a:solidFill>
          </a:ln>
        </p:spPr>
      </p:cxnSp>
      <p:sp>
        <p:nvSpPr>
          <p:cNvPr id="60" name="TextBox 59"/>
          <p:cNvSpPr txBox="1"/>
          <p:nvPr/>
        </p:nvSpPr>
        <p:spPr>
          <a:xfrm>
            <a:off x="16093440" y="7662672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B6B8C"/>
                </a:solidFill>
                <a:latin typeface="맑은 고딕"/>
                <a:ea typeface="맑은 고딕"/>
                <a:cs typeface="맑은 고딕"/>
              </a:rPr>
              <a:t>팀원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6093440" y="8229600"/>
            <a:ext cx="2743200" cy="0"/>
          </a:xfrm>
          <a:prstGeom prst="line">
            <a:avLst/>
          </a:prstGeom>
          <a:ln w="31750">
            <a:solidFill>
              <a:srgbClr val="284890"/>
            </a:solidFill>
          </a:ln>
        </p:spPr>
      </p:cxnSp>
      <p:sp>
        <p:nvSpPr>
          <p:cNvPr id="62" name="Rounded Rectangle 61"/>
          <p:cNvSpPr/>
          <p:nvPr/>
        </p:nvSpPr>
        <p:spPr>
          <a:xfrm>
            <a:off x="1005840" y="9464040"/>
            <a:ext cx="18105120" cy="777240"/>
          </a:xfrm>
          <a:prstGeom prst="roundRect">
            <a:avLst>
              <a:gd name="adj" fmla="val 29411"/>
            </a:avLst>
          </a:prstGeom>
          <a:solidFill>
            <a:srgbClr val="FFFFFF"/>
          </a:solidFill>
          <a:ln w="19050">
            <a:solidFill>
              <a:srgbClr val="019DDA"/>
            </a:solidFill>
          </a:ln>
        </p:spPr>
        <p:txBody>
          <a:bodyPr rtlCol="0" anchor="ctr" wrap="square" lIns="365760" rIns="36576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* 학교 제공 GPU 서버 (RTX 3080 10GB, i7-13700K, RAM 128GB), Colab 병행 사용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대회 개요</a:t>
            </a:r>
          </a:p>
        </p:txBody>
      </p:sp>
      <p:sp>
        <p:nvSpPr>
          <p:cNvPr id="38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sp>
        <p:nvSpPr>
          <p:cNvPr id="39" name="TextBox 38"/>
          <p:cNvSpPr txBox="1"/>
          <p:nvPr/>
        </p:nvSpPr>
        <p:spPr>
          <a:xfrm>
            <a:off x="1125823" y="3246120"/>
            <a:ext cx="8644719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대회 정보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25823" y="4078224"/>
            <a:ext cx="8644719" cy="326898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 wrap="square" lIns="320040" tIns="91440" rIns="274320" bIns="91440">
            <a:noAutofit/>
          </a:bodyPr>
          <a:lstStyle/>
          <a:p>
            <a:pPr algn="l" marL="251460" indent="-251460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22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2026 데이터 + AI 크리에이터 캠프 대학부</a:t>
            </a:r>
          </a:p>
          <a:p>
            <a:pPr algn="l" marL="251460" indent="-251460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22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예선 : 8/20 ~ 10/14</a:t>
            </a:r>
          </a:p>
          <a:p>
            <a:pPr algn="l" marL="251460" indent="-251460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22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본선 : 10/28</a:t>
            </a:r>
          </a:p>
          <a:p>
            <a:pPr algn="l" marL="251460" indent="-251460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22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과제 : 119 응급 통화 분석 (미션 3개)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125823" y="4078224"/>
            <a:ext cx="8644720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2" name="Connector 41"/>
          <p:cNvCxnSpPr/>
          <p:nvPr/>
        </p:nvCxnSpPr>
        <p:spPr>
          <a:xfrm>
            <a:off x="1125823" y="7347204"/>
            <a:ext cx="8644720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3" name="TextBox 42"/>
          <p:cNvSpPr txBox="1"/>
          <p:nvPr/>
        </p:nvSpPr>
        <p:spPr>
          <a:xfrm>
            <a:off x="10323403" y="3246120"/>
            <a:ext cx="8644719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데이터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323403" y="4078224"/>
            <a:ext cx="8644719" cy="326898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 wrap="square" lIns="320040" tIns="91440" rIns="274320" bIns="91440">
            <a:noAutofit/>
          </a:bodyPr>
          <a:lstStyle/>
          <a:p>
            <a:pPr algn="l" marL="251460" indent="-251460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22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데이터 : AI-hub 위급상황 음성/음향(고도화) - 119 지능형 신고접수 음성 인식데이터</a:t>
            </a:r>
          </a:p>
          <a:p>
            <a:pPr algn="l" marL="251460" indent="-251460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22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Training </a:t>
            </a: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29,200</a:t>
            </a:r>
            <a:r>
              <a:rPr sz="22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, Validation </a:t>
            </a: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3,640</a:t>
            </a:r>
          </a:p>
          <a:p>
            <a:pPr algn="l" marL="251460" indent="-251460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22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통화별 구성 : wav 음성 + json (발화 구간, 화자, 전사 텍스트 등)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323403" y="4078224"/>
            <a:ext cx="864471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6" name="Connector 45"/>
          <p:cNvCxnSpPr/>
          <p:nvPr/>
        </p:nvCxnSpPr>
        <p:spPr>
          <a:xfrm>
            <a:off x="10323403" y="7347204"/>
            <a:ext cx="864471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1125823" y="7703820"/>
            <a:ext cx="9046799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데이터 특성</a:t>
            </a:r>
          </a:p>
        </p:txBody>
      </p:sp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1125823" y="8535924"/>
          <a:ext cx="17842297" cy="2163470"/>
        </p:xfrm>
        <a:graphic>
          <a:graphicData uri="http://schemas.openxmlformats.org/drawingml/2006/table">
            <a:tbl>
              <a:tblPr/>
              <a:tblGrid>
                <a:gridCol w="4623919"/>
                <a:gridCol w="5025999"/>
                <a:gridCol w="8192379"/>
              </a:tblGrid>
              <a:tr h="73700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원본 음질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발화 길이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비식별화 처리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</a:tr>
              <a:tr h="142646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원본 8kHz 전화망 대역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중앙값 약 1.45초</a:t>
                      </a: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2.5초 초과는 약 26%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 구간이 신호로 치환됨 (전화 발화의 약 12%)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미션 구성과 평가 방식</a:t>
            </a:r>
          </a:p>
        </p:txBody>
      </p:sp>
      <p:sp>
        <p:nvSpPr>
          <p:cNvPr id="38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1125823" y="3305556"/>
          <a:ext cx="17842296" cy="5943595"/>
        </p:xfrm>
        <a:graphic>
          <a:graphicData uri="http://schemas.openxmlformats.org/drawingml/2006/table">
            <a:tbl>
              <a:tblPr/>
              <a:tblGrid>
                <a:gridCol w="2814559"/>
                <a:gridCol w="4623919"/>
                <a:gridCol w="6031199"/>
                <a:gridCol w="4372619"/>
              </a:tblGrid>
              <a:tr h="71323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Mission 1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Mission 2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Mission 3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</a:tr>
              <a:tr h="832103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신고자 성별 분류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신고자/119대원 화자 분류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환자 증상 인식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2103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오디오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발화 구간 오디오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통화 전사 텍스트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2103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출력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gender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speaker (0=대원, 1=신고자)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9개 증상 멀티라벨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2103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지표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Accuracy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Accuracy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클래스별 F1의 macro 평균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6984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제출 CSV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audio file name, gender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audio file name, startAt, endAt, speaker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label file name, symptom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2103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최종 모델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ECAPA-TDNN + 로지스틱 회귀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WavLM-base 12층 fine-tuning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[확인 후 입력]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" name="Rounded Rectangle 39"/>
          <p:cNvSpPr/>
          <p:nvPr/>
        </p:nvSpPr>
        <p:spPr>
          <a:xfrm>
            <a:off x="1125823" y="9486900"/>
            <a:ext cx="17842298" cy="89154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20955">
            <a:solidFill>
              <a:srgbClr val="019DDA"/>
            </a:solidFill>
          </a:ln>
        </p:spPr>
        <p:txBody>
          <a:bodyPr rtlCol="0" anchor="ctr" wrap="square" lIns="274320" tIns="27432" rIns="274320" bIns="27432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python inference.py --audio_dir --label_dir --ckpt_path --output 1회 실행으로 미션별 결과 CSV 생성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1188720" y="2926080"/>
            <a:ext cx="7498079" cy="4023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4114800"/>
            <a:ext cx="11430000" cy="2560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미션 1. 신고자 성별 분류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280160" y="7086600"/>
            <a:ext cx="17830800" cy="0"/>
          </a:xfrm>
          <a:prstGeom prst="line">
            <a:avLst/>
          </a:prstGeom>
          <a:ln w="50800">
            <a:solidFill>
              <a:srgbClr val="019DDA"/>
            </a:solidFill>
          </a:ln>
        </p:spPr>
      </p:cxn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문제 정의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정답(gender)은 신고자의 성별이므로, 통화에서 신고자 발화만 골라 통화 단위로 판별합니다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sp>
        <p:nvSpPr>
          <p:cNvPr id="40" name="TextBox 39"/>
          <p:cNvSpPr txBox="1"/>
          <p:nvPr/>
        </p:nvSpPr>
        <p:spPr>
          <a:xfrm>
            <a:off x="1124712" y="301752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통화 원본  ·  예시 통화의 앞 35초 (라벨 JSON의 startAt · endAt · speaker)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" y="3749040"/>
            <a:ext cx="201168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119대원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91840" y="3794760"/>
            <a:ext cx="15672815" cy="50292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3446776" y="3794760"/>
            <a:ext cx="364952" cy="502920"/>
          </a:xfrm>
          <a:prstGeom prst="rect">
            <a:avLst/>
          </a:prstGeom>
          <a:solidFill>
            <a:srgbClr val="A9BFE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216313" y="3794760"/>
            <a:ext cx="900067" cy="502920"/>
          </a:xfrm>
          <a:prstGeom prst="rect">
            <a:avLst/>
          </a:prstGeom>
          <a:solidFill>
            <a:srgbClr val="A9BFE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9419463" y="3794760"/>
            <a:ext cx="814986" cy="502920"/>
          </a:xfrm>
          <a:prstGeom prst="rect">
            <a:avLst/>
          </a:prstGeom>
          <a:solidFill>
            <a:srgbClr val="A9BFE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11567982" y="3794760"/>
            <a:ext cx="1152623" cy="502920"/>
          </a:xfrm>
          <a:prstGeom prst="rect">
            <a:avLst/>
          </a:prstGeom>
          <a:solidFill>
            <a:srgbClr val="A9BFE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16902113" y="3794760"/>
            <a:ext cx="1681021" cy="502920"/>
          </a:xfrm>
          <a:prstGeom prst="rect">
            <a:avLst/>
          </a:prstGeom>
          <a:solidFill>
            <a:srgbClr val="A9BFE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1124712" y="4480560"/>
            <a:ext cx="201168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신고자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91840" y="4526280"/>
            <a:ext cx="15672815" cy="50292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4211610" y="4526280"/>
            <a:ext cx="3902083" cy="502920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8295498" y="4526280"/>
            <a:ext cx="964997" cy="502920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10690304" y="4526280"/>
            <a:ext cx="750056" cy="502920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13444242" y="4526280"/>
            <a:ext cx="3821032" cy="502920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2926080" y="5074920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3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0s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65053" y="5074920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3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5s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04027" y="5074920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3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10s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43001" y="5074920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3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15s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881974" y="5074920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3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20s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120948" y="5074920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3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25s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359922" y="5074920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3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30s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598896" y="5074920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3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35s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67673" y="3310128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43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▼ 두 화자 발화가 겹치는 구간</a:t>
            </a:r>
          </a:p>
        </p:txBody>
      </p:sp>
      <p:sp>
        <p:nvSpPr>
          <p:cNvPr id="63" name="Right Arrow 62"/>
          <p:cNvSpPr/>
          <p:nvPr/>
        </p:nvSpPr>
        <p:spPr>
          <a:xfrm rot="5400000">
            <a:off x="10058400" y="5532120"/>
            <a:ext cx="502920" cy="548640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789920" y="5486400"/>
            <a:ext cx="82296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speaker=1 구간만 추출  →  16kHz 변환  →  0.3초 미만 제외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24712" y="6355080"/>
            <a:ext cx="201168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추출 결과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91840" y="6400800"/>
            <a:ext cx="2146145" cy="502920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5547713" y="6400800"/>
            <a:ext cx="530748" cy="502920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6188190" y="6400800"/>
            <a:ext cx="412530" cy="502920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6710449" y="6400800"/>
            <a:ext cx="2101567" cy="502920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0" name="Right Arrow 69"/>
          <p:cNvSpPr/>
          <p:nvPr/>
        </p:nvSpPr>
        <p:spPr>
          <a:xfrm>
            <a:off x="9058905" y="6400800"/>
            <a:ext cx="457200" cy="502920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653265" y="6309360"/>
            <a:ext cx="931139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발화별 임베딩 → 통화 벡터 1개 → F / M 예측 1개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124712" y="7543800"/>
            <a:ext cx="17839944" cy="260604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73" name="Connector 72"/>
          <p:cNvCxnSpPr/>
          <p:nvPr/>
        </p:nvCxnSpPr>
        <p:spPr>
          <a:xfrm>
            <a:off x="1124712" y="7543800"/>
            <a:ext cx="17839944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74" name="Connector 73"/>
          <p:cNvCxnSpPr/>
          <p:nvPr/>
        </p:nvCxnSpPr>
        <p:spPr>
          <a:xfrm>
            <a:off x="1124712" y="10149840"/>
            <a:ext cx="17839944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75" name="TextBox 74"/>
          <p:cNvSpPr txBox="1"/>
          <p:nvPr/>
        </p:nvSpPr>
        <p:spPr>
          <a:xfrm>
            <a:off x="1444752" y="7726679"/>
            <a:ext cx="539800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평가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444752" y="8321040"/>
            <a:ext cx="5398008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92608" indent="-292608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지표: Accuracy (통화 단위)</a:t>
            </a:r>
          </a:p>
          <a:p>
            <a:pPr algn="l" marL="292608" indent="-292608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제출 CSV: audio file name, gender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91400" y="7726679"/>
            <a:ext cx="539800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입력 제한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91400" y="8321040"/>
            <a:ext cx="5398008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92608" indent="-292608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사용: 음성 + startAt · endAt · speaker</a:t>
            </a:r>
          </a:p>
          <a:p>
            <a:pPr algn="l" marL="292608" indent="-292608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gender는 정답으로만 사용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7071360" y="7818120"/>
            <a:ext cx="0" cy="2057400"/>
          </a:xfrm>
          <a:prstGeom prst="line">
            <a:avLst/>
          </a:prstGeom>
          <a:ln w="15240">
            <a:solidFill>
              <a:srgbClr val="A9BFE2"/>
            </a:solidFill>
          </a:ln>
        </p:spPr>
      </p:cxnSp>
      <p:sp>
        <p:nvSpPr>
          <p:cNvPr id="80" name="TextBox 79"/>
          <p:cNvSpPr txBox="1"/>
          <p:nvPr/>
        </p:nvSpPr>
        <p:spPr>
          <a:xfrm>
            <a:off x="13338048" y="7726679"/>
            <a:ext cx="539800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제출 방식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3338048" y="8321040"/>
            <a:ext cx="5398008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92608" indent="-292608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python inference.py 1회 실행</a:t>
            </a:r>
          </a:p>
          <a:p>
            <a:pPr algn="l" marL="292608" indent="-292608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인터넷 없이 로컬 가중치로 동작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13018008" y="7818120"/>
            <a:ext cx="0" cy="2057400"/>
          </a:xfrm>
          <a:prstGeom prst="line">
            <a:avLst/>
          </a:prstGeom>
          <a:ln w="15240">
            <a:solidFill>
              <a:srgbClr val="A9BFE2"/>
            </a:solidFill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데이터 분석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성비 불균형이 작고 발화가 짧은 8kHz 전화 음성 → 관찰을 설계에 바로 반영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sp>
        <p:nvSpPr>
          <p:cNvPr id="40" name="Rounded Rectangle 39"/>
          <p:cNvSpPr/>
          <p:nvPr/>
        </p:nvSpPr>
        <p:spPr>
          <a:xfrm>
            <a:off x="1124712" y="3154680"/>
            <a:ext cx="420624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lIns="164592" rIns="164592" tIns="164592" bIns="164592"/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29,200</a:t>
            </a:r>
          </a:p>
          <a:p>
            <a:pPr algn="ctr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학습 통화 수</a:t>
            </a:r>
          </a:p>
          <a:p>
            <a:pPr algn="ctr">
              <a:lnSpc>
                <a:spcPct val="115000"/>
              </a:lnSpc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Validation 3,640통화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79" y="3154680"/>
            <a:ext cx="420624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lIns="164592" rIns="164592" tIns="164592" bIns="164592"/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53 : 47</a:t>
            </a:r>
          </a:p>
          <a:p>
            <a:pPr algn="ctr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여성 : 남성</a:t>
            </a:r>
          </a:p>
          <a:p>
            <a:pPr algn="ctr">
              <a:lnSpc>
                <a:spcPct val="115000"/>
              </a:lnSpc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F 15,542 : M 13,658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13848" y="3154680"/>
            <a:ext cx="420624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lIns="164592" rIns="164592" tIns="164592" bIns="164592"/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1.49초</a:t>
            </a:r>
          </a:p>
          <a:p>
            <a:pPr algn="ctr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신고자 발화 중앙값</a:t>
            </a:r>
          </a:p>
          <a:p>
            <a:pPr algn="ctr">
              <a:lnSpc>
                <a:spcPct val="115000"/>
              </a:lnSpc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통화당 합계 중앙값 약 30초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758416" y="3154680"/>
            <a:ext cx="420624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lIns="164592" rIns="164592" tIns="164592" bIns="164592"/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8kHz</a:t>
            </a:r>
          </a:p>
          <a:p>
            <a:pPr algn="ctr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원본 샘플레이트</a:t>
            </a:r>
          </a:p>
          <a:p>
            <a:pPr algn="ctr">
              <a:lnSpc>
                <a:spcPct val="115000"/>
              </a:lnSpc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통화 평균 약 75초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" y="5669280"/>
            <a:ext cx="8686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성별 비중 (통화 단위, %)</a:t>
            </a:r>
          </a:p>
        </p:txBody>
      </p:sp>
      <p:graphicFrame>
        <p:nvGraphicFramePr>
          <p:cNvPr id="45" name="Chart 44"/>
          <p:cNvGraphicFramePr>
            <a:graphicFrameLocks noGrp="1"/>
          </p:cNvGraphicFramePr>
          <p:nvPr/>
        </p:nvGraphicFramePr>
        <p:xfrm>
          <a:off x="1124712" y="6172200"/>
          <a:ext cx="8503920" cy="3977639"/>
        </p:xfrm>
        <a:graphic>
          <a:graphicData uri="http://schemas.openxmlformats.org/drawingml/2006/chart">
            <c:chart xmlns:c="http://schemas.openxmlformats.org/drawingml/2006/chart" r:id="rId14"/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10213848" y="5669280"/>
            <a:ext cx="8686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관찰  →  설계 결정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213848" y="6217920"/>
            <a:ext cx="4160520" cy="109728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 wrap="square" lIns="182880" rIns="182880" tIns="182880" bIns="182880"/>
          <a:lstStyle/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여성 53 : 남성 47로 고른 편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14493240" y="6519672"/>
            <a:ext cx="411480" cy="457200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5041880" y="6217920"/>
            <a:ext cx="3922776" cy="1097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lIns="182880" rIns="182880" tIns="182880" bIns="182880"/>
          <a:lstStyle/>
          <a:p>
            <a:pPr algn="l">
              <a:lnSpc>
                <a:spcPct val="115000"/>
              </a:lnSpc>
            </a:pPr>
            <a:r>
              <a:rPr sz="17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클래스 가중치 · 증강 없이 진행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213848" y="7543800"/>
            <a:ext cx="4160520" cy="109728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 wrap="square" lIns="182880" rIns="182880" tIns="182880" bIns="182880"/>
          <a:lstStyle/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신고자 발화 중앙값 1.49초로 짧음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14493240" y="7845552"/>
            <a:ext cx="411480" cy="457200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5041880" y="7543800"/>
            <a:ext cx="3922776" cy="1097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lIns="182880" rIns="182880" tIns="182880" bIns="182880"/>
          <a:lstStyle/>
          <a:p>
            <a:pPr algn="l">
              <a:lnSpc>
                <a:spcPct val="115000"/>
              </a:lnSpc>
            </a:pPr>
            <a:r>
              <a:rPr sz="17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발화를 모아 통화 단위로 판단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213848" y="8869680"/>
            <a:ext cx="4160520" cy="109728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 wrap="square" lIns="182880" rIns="182880" tIns="182880" bIns="182880"/>
          <a:lstStyle/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원본 8kHz, 사전학습 모델은 16kHz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14493240" y="9171432"/>
            <a:ext cx="411480" cy="457200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5041880" y="8869680"/>
            <a:ext cx="3922776" cy="1097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lIns="182880" rIns="182880" tIns="182880" bIns="182880"/>
          <a:lstStyle/>
          <a:p>
            <a:pPr algn="l">
              <a:lnSpc>
                <a:spcPct val="115000"/>
              </a:lnSpc>
            </a:pPr>
            <a:r>
              <a:rPr sz="17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16kHz로 리샘플링해 입력 조건 일치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규정 준수 설계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허용된 입력만 쓰고, 모든 통화에 같은 처리를 적용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124712" y="3154680"/>
          <a:ext cx="17839943" cy="5303520"/>
        </p:xfrm>
        <a:graphic>
          <a:graphicData uri="http://schemas.openxmlformats.org/drawingml/2006/table">
            <a:tbl>
              <a:tblPr firstRow="0" bandRow="0"/>
              <a:tblGrid>
                <a:gridCol w="2743200"/>
                <a:gridCol w="6766560"/>
                <a:gridCol w="8330183"/>
              </a:tblGrid>
              <a:tr h="7315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128016" marR="128016" marT="45720" marB="45720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규정 요건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우리의 설계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</a:t>
                      </a:r>
                    </a:p>
                  </a:txBody>
                  <a:tcPr marL="128016" marR="128016" marT="45720" marB="45720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음성 + 라벨의 startAt · endAt · speaker만 사용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speaker=1 구간만 추출, gender는 정답으로만 사용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전처리</a:t>
                      </a:r>
                    </a:p>
                  </a:txBody>
                  <a:tcPr marL="128016" marR="128016" marT="45720" marB="45720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label에 따라 다른 전처리 금지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모든 통화에 같은 규칙 (16kHz 변환, 0.3초 미만 제외)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Validation</a:t>
                      </a:r>
                    </a:p>
                  </a:txBody>
                  <a:tcPr marL="128016" marR="128016" marT="45720" marB="45720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학습(역전파)에 사용 금지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Training 전체로 학습, Validation은 모델 · 설정 선택에만 사용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 기준</a:t>
                      </a:r>
                    </a:p>
                  </a:txBody>
                  <a:tcPr marL="128016" marR="128016" marT="45720" marB="45720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threshold 0.5 고정, 보정 금지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prob_F ≥ 0.5 → F, temperature scaling 등 미적용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사전학습 모델</a:t>
                      </a:r>
                    </a:p>
                  </a:txBody>
                  <a:tcPr marL="128016" marR="128016" marT="45720" marB="45720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 모델 사용 가능, 채점 시 인터넷 의존 금지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ECAPA 가중치를 제출물에 포함, 오프라인 로딩 확인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Rectangle 40"/>
          <p:cNvSpPr/>
          <p:nvPr/>
        </p:nvSpPr>
        <p:spPr>
          <a:xfrm>
            <a:off x="1124712" y="9006840"/>
            <a:ext cx="17839944" cy="9144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42" name="Connector 41"/>
          <p:cNvCxnSpPr/>
          <p:nvPr/>
        </p:nvCxnSpPr>
        <p:spPr>
          <a:xfrm>
            <a:off x="1124712" y="9006840"/>
            <a:ext cx="17839944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3" name="Connector 42"/>
          <p:cNvCxnSpPr/>
          <p:nvPr/>
        </p:nvCxnSpPr>
        <p:spPr>
          <a:xfrm>
            <a:off x="1124712" y="9921240"/>
            <a:ext cx="17839944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4" name="Rounded Rectangle 43"/>
          <p:cNvSpPr/>
          <p:nvPr/>
        </p:nvSpPr>
        <p:spPr>
          <a:xfrm>
            <a:off x="1426464" y="9198864"/>
            <a:ext cx="1956816" cy="530352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rIns="18288" tIns="18288" bIns="18288"/>
          <a:lstStyle/>
          <a:p>
            <a:pPr algn="ctr">
              <a:lnSpc>
                <a:spcPct val="115000"/>
              </a:lnSpc>
            </a:pPr>
            <a:r>
              <a:rPr sz="17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멘토링 반영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39312" y="9006840"/>
            <a:ext cx="15096744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pitch shift 증강은 성별 신호를 바꿔 제외  ·  라벨 오류 의심 통화 제거는 규정 위반 소지로 미적용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실험 흐름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단계마다 결과를 보고 다음 방향을 정했고, 화자 임베딩 전환에서 98%대에 진입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sp>
        <p:nvSpPr>
          <p:cNvPr id="40" name="TextBox 39"/>
          <p:cNvSpPr txBox="1"/>
          <p:nvPr/>
        </p:nvSpPr>
        <p:spPr>
          <a:xfrm>
            <a:off x="1124712" y="301752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단계별 Validation Accuracy (%)</a:t>
            </a:r>
          </a:p>
        </p:txBody>
      </p:sp>
      <p:graphicFrame>
        <p:nvGraphicFramePr>
          <p:cNvPr id="41" name="Chart 40"/>
          <p:cNvGraphicFramePr>
            <a:graphicFrameLocks noGrp="1"/>
          </p:cNvGraphicFramePr>
          <p:nvPr/>
        </p:nvGraphicFramePr>
        <p:xfrm>
          <a:off x="1124712" y="3429000"/>
          <a:ext cx="17839944" cy="3794760"/>
        </p:xfrm>
        <a:graphic>
          <a:graphicData uri="http://schemas.openxmlformats.org/drawingml/2006/chart">
            <c:chart xmlns:c="http://schemas.openxmlformats.org/drawingml/2006/chart" r:id="rId14"/>
          </a:graphicData>
        </a:graphic>
      </p:graphicFrame>
      <p:sp>
        <p:nvSpPr>
          <p:cNvPr id="42" name="Rounded Rectangle 41"/>
          <p:cNvSpPr/>
          <p:nvPr/>
        </p:nvSpPr>
        <p:spPr>
          <a:xfrm>
            <a:off x="1124712" y="7498079"/>
            <a:ext cx="3348532" cy="2514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lIns="201168" rIns="201168" tIns="201168" bIns="201168"/>
          <a:lstStyle/>
          <a:p>
            <a:pPr algn="l">
              <a:lnSpc>
                <a:spcPct val="115000"/>
              </a:lnSpc>
            </a:pPr>
            <a:r>
              <a:rPr sz="154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ResNet34 다수결 97.45%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EfficientNet F1 최고</a:t>
            </a:r>
          </a:p>
          <a:p>
            <a:pPr algn="l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→ EfficientNet을 기준선으로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47564" y="7498079"/>
            <a:ext cx="3348532" cy="2514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lIns="201168" rIns="201168" tIns="201168" bIns="201168"/>
          <a:lstStyle/>
          <a:p>
            <a:pPr algn="l">
              <a:lnSpc>
                <a:spcPct val="115000"/>
              </a:lnSpc>
            </a:pPr>
            <a:r>
              <a:rPr sz="154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기록이 F1뿐, 집계 방식도 상이</a:t>
            </a:r>
          </a:p>
          <a:p>
            <a:pPr algn="l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→ seed 3개 · Accuracy로 재측정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70417" y="7498079"/>
            <a:ext cx="3348532" cy="2514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lIns="201168" rIns="201168" tIns="201168" bIns="201168"/>
          <a:lstStyle/>
          <a:p>
            <a:pPr algn="l">
              <a:lnSpc>
                <a:spcPct val="115000"/>
              </a:lnSpc>
            </a:pPr>
            <a:r>
              <a:rPr sz="154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멘토링: 다른 모델 시도 추천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+ 앙상블 후보 필요</a:t>
            </a:r>
          </a:p>
          <a:p>
            <a:pPr algn="l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→ ECAPA-TDNN 도입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993270" y="7498079"/>
            <a:ext cx="3348532" cy="2514600"/>
          </a:xfrm>
          <a:prstGeom prst="roundRect">
            <a:avLst>
              <a:gd name="adj" fmla="val 7000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rtlCol="0" anchor="ctr" wrap="square" lIns="201168" rIns="201168" tIns="201168" bIns="201168"/>
          <a:lstStyle/>
          <a:p>
            <a:pPr algn="l">
              <a:lnSpc>
                <a:spcPct val="115000"/>
              </a:lnSpc>
            </a:pPr>
            <a:r>
              <a:rPr sz="1540" b="1">
                <a:solidFill>
                  <a:srgbClr val="BFE3F5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통화 요약 방식 비교에서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길이 가중 평균 최고</a:t>
            </a:r>
          </a:p>
          <a:p>
            <a:pPr algn="l">
              <a:lnSpc>
                <a:spcPct val="115000"/>
              </a:lnSpc>
            </a:pPr>
            <a:r>
              <a:rPr sz="187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→ 최종 설정 확정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5616123" y="7498079"/>
            <a:ext cx="3348532" cy="2514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lIns="201168" rIns="201168" tIns="201168" bIns="201168"/>
          <a:lstStyle/>
          <a:p>
            <a:pPr algn="l">
              <a:lnSpc>
                <a:spcPct val="115000"/>
              </a:lnSpc>
            </a:pPr>
            <a:r>
              <a:rPr sz="154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+0.15%p, McNemar p = 0.18~0.42</a:t>
            </a:r>
          </a:p>
          <a:p>
            <a:pPr algn="l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→ 유의하지 않아 단독 제출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" y="10287000"/>
            <a:ext cx="1783994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4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※ CNN 탐색 값은 팀원별 설정이 달라 참고치  ·  나머지는 Validation 3,640통화 기준 (EfficientNet은 seed 3개 평균)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1단계: CNN 백본 탐색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배우면서 각자 백본에 맞춰 실험 → 수치는 방향 탐색용으로 보고, EfficientNet을 기준선으로 선택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124712" y="3154680"/>
          <a:ext cx="11932920" cy="5669280"/>
        </p:xfrm>
        <a:graphic>
          <a:graphicData uri="http://schemas.openxmlformats.org/drawingml/2006/table">
            <a:tbl>
              <a:tblPr firstRow="0" bandRow="0"/>
              <a:tblGrid>
                <a:gridCol w="3246120"/>
                <a:gridCol w="4572000"/>
                <a:gridCol w="2057400"/>
                <a:gridCol w="2057400"/>
              </a:tblGrid>
              <a:tr h="7315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백본 (담당)</a:t>
                      </a:r>
                    </a:p>
                  </a:txBody>
                  <a:tcPr marL="128016" marR="128016" marT="45720" marB="45720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설정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발화별 다수결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이어붙이기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</a:tr>
              <a:tr h="12344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ResNet18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(변진호)</a:t>
                      </a:r>
                    </a:p>
                  </a:txBody>
                  <a:tcPr marL="128016" marR="128016" marT="45720" marB="45720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Mel-spectrogram, 결합 방식 비교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96.83%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95.45%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2344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ResNet34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(남연서)</a:t>
                      </a:r>
                    </a:p>
                  </a:txBody>
                  <a:tcPr marL="128016" marR="128016" marT="45720" marB="45720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Mel 파라미터 스윕 + 결합 방식 비교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97.45%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95.46%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2344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ResNet50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(최나현)</a:t>
                      </a:r>
                    </a:p>
                  </a:txBody>
                  <a:tcPr marL="128016" marR="128016" marT="45720" marB="45720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conv1 1채널, 신고자 발화 30초 padding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96.37%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96.51%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2344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EfficientNet-B0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(김규현)</a:t>
                      </a:r>
                    </a:p>
                  </a:txBody>
                  <a:tcPr marL="128016" marR="128016" marT="45720" marB="45720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ImageNet pretrained 전체 fine-tuning, 발화 5.97초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F1 97.65%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13487400" y="3108960"/>
            <a:ext cx="5486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관찰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487400" y="3611880"/>
            <a:ext cx="5486400" cy="3291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92608" indent="-292608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ResNet18 · 34는 발화별 다수결이 +1.4 · +2.0%p 우세</a:t>
            </a:r>
          </a:p>
          <a:p>
            <a:pPr algn="l" marL="292608" indent="-292608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ResNet50은 두 방식이 비슷 (96.51% vs 96.37%, 0.14%p 차이)</a:t>
            </a:r>
          </a:p>
          <a:p>
            <a:pPr algn="l" marL="292608" indent="-292608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epoch · 데이터 규모 · 지표가 달라 직접 비교는 어려움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3487400" y="6903720"/>
            <a:ext cx="5477256" cy="1783080"/>
          </a:xfrm>
          <a:prstGeom prst="roundRect">
            <a:avLst>
              <a:gd name="adj" fmla="val 7000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rtlCol="0" anchor="ctr" wrap="square" lIns="228600" rIns="228600" tIns="228600" bIns="228600"/>
          <a:lstStyle/>
          <a:p>
            <a:pPr algn="l">
              <a:lnSpc>
                <a:spcPct val="115000"/>
              </a:lnSpc>
            </a:pPr>
            <a:r>
              <a:rPr sz="1540" b="1">
                <a:solidFill>
                  <a:srgbClr val="BFE3F5"/>
                </a:solidFill>
                <a:latin typeface="맑은 고딕"/>
                <a:ea typeface="맑은 고딕"/>
                <a:cs typeface="맑은 고딕"/>
              </a:rPr>
              <a:t>결정</a:t>
            </a:r>
          </a:p>
          <a:p>
            <a:pPr algn="l">
              <a:lnSpc>
                <a:spcPct val="115000"/>
              </a:lnSpc>
            </a:pPr>
            <a:r>
              <a:rPr sz="187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최고 성능 EfficientNet-B0를 기준선으로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→ 비교 조건 통일부터 진행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24712" y="9144000"/>
            <a:ext cx="17839944" cy="9144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45" name="Connector 44"/>
          <p:cNvCxnSpPr/>
          <p:nvPr/>
        </p:nvCxnSpPr>
        <p:spPr>
          <a:xfrm>
            <a:off x="1124712" y="9144000"/>
            <a:ext cx="17839944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6" name="Connector 45"/>
          <p:cNvCxnSpPr/>
          <p:nvPr/>
        </p:nvCxnSpPr>
        <p:spPr>
          <a:xfrm>
            <a:off x="1124712" y="10058400"/>
            <a:ext cx="17839944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7" name="Rounded Rectangle 46"/>
          <p:cNvSpPr/>
          <p:nvPr/>
        </p:nvSpPr>
        <p:spPr>
          <a:xfrm>
            <a:off x="1426464" y="9336024"/>
            <a:ext cx="1956816" cy="530352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rIns="18288" tIns="18288" bIns="18288"/>
          <a:lstStyle/>
          <a:p>
            <a:pPr algn="ctr">
              <a:lnSpc>
                <a:spcPct val="115000"/>
              </a:lnSpc>
            </a:pPr>
            <a:r>
              <a:rPr sz="17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멘토링 반영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39312" y="9144000"/>
            <a:ext cx="15096744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ResNet(간단) · EfficientNet(경량)은 성능 하한으로 두고, 더 복잡한 구조를 시도하며 기록하라는 조언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4712" y="10195560"/>
            <a:ext cx="1783994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4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※ ResNet50 다수결은 통화당 발화 최대 8개 샘플링, 이어붙이기는 체크포인트 소실 후 같은 설정 재학습 값  ·  EfficientNet은 Accuracy 기록이 없어 F1로 표기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기준선 정비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비교 기준이 서로 달라 순위를 믿기 어려움 → 공통 규칙으로 EfficientNet을 다시 측정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sp>
        <p:nvSpPr>
          <p:cNvPr id="40" name="Rounded Rectangle 39"/>
          <p:cNvSpPr/>
          <p:nvPr/>
        </p:nvSpPr>
        <p:spPr>
          <a:xfrm>
            <a:off x="1124712" y="3154680"/>
            <a:ext cx="5440680" cy="3383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lIns="274320" rIns="274320" tIns="274320" bIns="274320"/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문제</a:t>
            </a:r>
          </a:p>
          <a:p>
            <a:pPr algn="l" marL="292608" indent="-292608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EfficientNet 기록은 F1만 있고 Accuracy 없음</a:t>
            </a:r>
          </a:p>
          <a:p>
            <a:pPr algn="l" marL="292608" indent="-292608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체크포인트가 남아 있지 않음</a:t>
            </a:r>
          </a:p>
          <a:p>
            <a:pPr algn="l" marL="292608" indent="-292608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팀원마다 집계 방식이 다름 (다수결 / 확률 평균)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6702552" y="4572000"/>
            <a:ext cx="457200" cy="548640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324344" y="3154680"/>
            <a:ext cx="5440680" cy="3383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lIns="274320" rIns="274320" tIns="274320" bIns="274320"/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공통 규칙</a:t>
            </a:r>
          </a:p>
          <a:p>
            <a:pPr algn="l" marL="292608" indent="-292608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seed 42 · 123 · 2026</a:t>
            </a:r>
          </a:p>
          <a:p>
            <a:pPr algn="l" marL="292608" indent="-292608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선택 기준: 통화 단위 Accuracy</a:t>
            </a:r>
          </a:p>
          <a:p>
            <a:pPr algn="l" marL="292608" indent="-292608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집계: 발화 확률 평균 → 0.5 기준</a:t>
            </a:r>
          </a:p>
          <a:p>
            <a:pPr algn="l" marL="292608" indent="-292608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체크포인트 · 확률 CSV 공통 형식 저장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12902184" y="4572000"/>
            <a:ext cx="457200" cy="548640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3523976" y="3154680"/>
            <a:ext cx="5440680" cy="3383280"/>
          </a:xfrm>
          <a:prstGeom prst="roundRect">
            <a:avLst>
              <a:gd name="adj" fmla="val 7000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rtlCol="0" anchor="ctr" wrap="square" lIns="164592" rIns="164592" tIns="164592" bIns="164592"/>
          <a:lstStyle/>
          <a:p>
            <a:pPr algn="ctr">
              <a:lnSpc>
                <a:spcPct val="115000"/>
              </a:lnSpc>
            </a:pPr>
            <a:r>
              <a:rPr sz="1980" b="1">
                <a:solidFill>
                  <a:srgbClr val="BFE3F5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97.46%</a:t>
            </a:r>
          </a:p>
          <a:p>
            <a:pPr algn="ctr">
              <a:lnSpc>
                <a:spcPct val="115000"/>
              </a:lnSpc>
            </a:pPr>
            <a:r>
              <a:rPr sz="19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seed 3개 평균 Accuracy</a:t>
            </a:r>
          </a:p>
          <a:p>
            <a:pPr algn="ctr">
              <a:lnSpc>
                <a:spcPct val="115000"/>
              </a:lnSpc>
            </a:pPr>
            <a:r>
              <a:rPr sz="16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± 0.11%p  (97.36 / 97.45 / 97.58)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24712" y="6949440"/>
            <a:ext cx="17839944" cy="141732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46" name="Connector 45"/>
          <p:cNvCxnSpPr/>
          <p:nvPr/>
        </p:nvCxnSpPr>
        <p:spPr>
          <a:xfrm>
            <a:off x="1124712" y="6949440"/>
            <a:ext cx="17839944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7" name="Connector 46"/>
          <p:cNvCxnSpPr/>
          <p:nvPr/>
        </p:nvCxnSpPr>
        <p:spPr>
          <a:xfrm>
            <a:off x="1124712" y="8366760"/>
            <a:ext cx="17839944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1417320" y="7040880"/>
            <a:ext cx="17282160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 marL="292608" indent="-292608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확인: 받은 CSV의 pred는 다수결, prob_F는 확률 평균으로 저장되어 불일치 → 확률 평균으로 통일해 재계산 (97.27% → 97.46%)</a:t>
            </a:r>
          </a:p>
          <a:p>
            <a:pPr algn="l" marL="292608" indent="-292608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한계: best epoch는 다수결 기준으로 골라져, 확률 평균 기준 최적 epoch와 다를 수 있음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24712" y="8732520"/>
            <a:ext cx="17839944" cy="9144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50" name="Connector 49"/>
          <p:cNvCxnSpPr/>
          <p:nvPr/>
        </p:nvCxnSpPr>
        <p:spPr>
          <a:xfrm>
            <a:off x="1124712" y="8732520"/>
            <a:ext cx="17839944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51" name="Connector 50"/>
          <p:cNvCxnSpPr/>
          <p:nvPr/>
        </p:nvCxnSpPr>
        <p:spPr>
          <a:xfrm>
            <a:off x="1124712" y="9646920"/>
            <a:ext cx="17839944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52" name="Rounded Rectangle 51"/>
          <p:cNvSpPr/>
          <p:nvPr/>
        </p:nvSpPr>
        <p:spPr>
          <a:xfrm>
            <a:off x="1426464" y="8924544"/>
            <a:ext cx="1956816" cy="530352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rIns="18288" tIns="18288" bIns="18288"/>
          <a:lstStyle/>
          <a:p>
            <a:pPr algn="ctr">
              <a:lnSpc>
                <a:spcPct val="115000"/>
              </a:lnSpc>
            </a:pPr>
            <a:r>
              <a:rPr sz="17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멘토링 반영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39312" y="8732520"/>
            <a:ext cx="15096744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3~5개 seed의 평균 · 표준편차를 먼저 제시하고, multi-seed 실험은 seed 정보를 반드시 기재하라는 조언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EfficientNet-B0 개선 실험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[팀원 자료 받은 후 입력]  기준선 위에서 한 번에 한 가지씩 바꿔 비교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124712" y="3154680"/>
          <a:ext cx="17839944" cy="5943600"/>
        </p:xfrm>
        <a:graphic>
          <a:graphicData uri="http://schemas.openxmlformats.org/drawingml/2006/table">
            <a:tbl>
              <a:tblPr firstRow="0" bandRow="0"/>
              <a:tblGrid>
                <a:gridCol w="2743200"/>
                <a:gridCol w="4206240"/>
                <a:gridCol w="5486400"/>
                <a:gridCol w="2377440"/>
                <a:gridCol w="3026664"/>
              </a:tblGrid>
              <a:tr h="7315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실험</a:t>
                      </a:r>
                    </a:p>
                  </a:txBody>
                  <a:tcPr marL="128016" marR="128016" marT="45720" marB="45720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바꾼 점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바꾼 이유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Acc (seed 평균)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판단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base</a:t>
                      </a:r>
                    </a:p>
                  </a:txBody>
                  <a:tcPr marL="128016" marR="128016" marT="45720" marB="45720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원래 설정 (다수결 선택)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비교 기준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97.46%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softvote</a:t>
                      </a:r>
                    </a:p>
                  </a:txBody>
                  <a:tcPr marL="128016" marR="128016" marT="45720" marB="45720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선택 · 저장 기준을 확률 평균으로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[입력]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[입력]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[입력]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scheduler</a:t>
                      </a:r>
                    </a:p>
                  </a:txBody>
                  <a:tcPr marL="128016" marR="128016" marT="45720" marB="45720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LR 스케줄러 추가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[입력]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[입력]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[입력]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class weight</a:t>
                      </a:r>
                    </a:p>
                  </a:txBody>
                  <a:tcPr marL="128016" marR="128016" marT="45720" marB="45720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클래스 가중치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[입력]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[입력]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[입력]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SpecAugment</a:t>
                      </a:r>
                    </a:p>
                  </a:txBody>
                  <a:tcPr marL="128016" marR="128016" marT="45720" marB="45720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 · 주파수 마스킹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[입력]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[입력]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[입력]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label smoothing</a:t>
                      </a:r>
                    </a:p>
                  </a:txBody>
                  <a:tcPr marL="128016" marR="128016" marT="45720" marB="45720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0.05 / 0.1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[입력]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[입력]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[입력]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1124712" y="9144000"/>
            <a:ext cx="1783994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4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※ 팀원 자료(실험별 변경점 · 이유 · seed별 Acc · best epoch · history) 받은 후 채움  ·  실험 목록은 받은 자료에 맞춰 조정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다른 계열 모델 도입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멘토링 추천과 앙상블 준비가 계기, 목소리 특성을 학습한 ECAPA-TDNN을 선택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sp>
        <p:nvSpPr>
          <p:cNvPr id="40" name="Rounded Rectangle 39"/>
          <p:cNvSpPr/>
          <p:nvPr/>
        </p:nvSpPr>
        <p:spPr>
          <a:xfrm>
            <a:off x="1124712" y="3154680"/>
            <a:ext cx="7498079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lIns="228600" rIns="228600" tIns="228600" bIns="228600"/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계기 1  ·  멘토링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현재 모델 개선과 다른 모델 시도 중 다른 모델 시도를 추천받음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24712" y="5120640"/>
            <a:ext cx="7498079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lIns="228600" rIns="228600" tIns="228600" bIns="228600"/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계기 2  ·  앙상블 준비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같은 Mel + CNN 계열은 오답이 겹칠 가능성 → 입력 · 학습 방식이 다른 모델 필요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24712" y="7086600"/>
            <a:ext cx="7498079" cy="1737360"/>
          </a:xfrm>
          <a:prstGeom prst="roundRect">
            <a:avLst>
              <a:gd name="adj" fmla="val 7000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rtlCol="0" anchor="ctr" wrap="square" lIns="228600" rIns="228600" tIns="228600" bIns="228600"/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BFE3F5"/>
                </a:solidFill>
                <a:latin typeface="맑은 고딕"/>
                <a:ea typeface="맑은 고딕"/>
                <a:cs typeface="맑은 고딕"/>
              </a:rPr>
              <a:t>선정 이유</a:t>
            </a:r>
          </a:p>
          <a:p>
            <a:pPr algn="l">
              <a:lnSpc>
                <a:spcPct val="115000"/>
              </a:lnSpc>
            </a:pPr>
            <a:r>
              <a:rPr sz="17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화자 인식용으로 목소리 특성(음높이 · 음색) 자체를 학습 → 성별 단서와 겹침, 가중치 고정이라 학습 · 추론이 빠름</a:t>
            </a:r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9052560" y="3154680"/>
          <a:ext cx="9912096" cy="5852160"/>
        </p:xfrm>
        <a:graphic>
          <a:graphicData uri="http://schemas.openxmlformats.org/drawingml/2006/table">
            <a:tbl>
              <a:tblPr firstRow="0" bandRow="0"/>
              <a:tblGrid>
                <a:gridCol w="2377440"/>
                <a:gridCol w="3767328"/>
                <a:gridCol w="3767328"/>
              </a:tblGrid>
              <a:tr h="7315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128016" marR="128016" marT="45720" marB="45720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EfficientNet-B0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ECAPA-TDNN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</a:tr>
              <a:tr h="10241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</a:t>
                      </a:r>
                    </a:p>
                  </a:txBody>
                  <a:tcPr marL="128016" marR="128016" marT="45720" marB="45720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log-Mel 스펙트로그램</a:t>
                      </a: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(이미지처럼 처리)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16kHz 음성</a:t>
                      </a: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→ 화자 임베딩 192차원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241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사전학습</a:t>
                      </a:r>
                    </a:p>
                  </a:txBody>
                  <a:tcPr marL="128016" marR="128016" marT="45720" marB="45720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ImageNet (일반 이미지)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VoxCeleb (사람 목소리)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241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방식</a:t>
                      </a:r>
                    </a:p>
                  </a:txBody>
                  <a:tcPr marL="128016" marR="128016" marT="45720" marB="45720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fine-tuning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가중치 고정</a:t>
                      </a: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 로지스틱 회귀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241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비용</a:t>
                      </a:r>
                    </a:p>
                  </a:txBody>
                  <a:tcPr marL="128016" marR="128016" marT="45720" marB="45720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epoch 반복 학습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임베딩 1회 추출 (약 97분)</a:t>
                      </a: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분류기 학습 수 초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241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Validation Acc</a:t>
                      </a:r>
                    </a:p>
                  </a:txBody>
                  <a:tcPr marL="128016" marR="128016" marT="45720" marB="45720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97.46% (seed 평균)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98.21%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44" name="Rounded Rectangle 43"/>
          <p:cNvSpPr/>
          <p:nvPr/>
        </p:nvSpPr>
        <p:spPr>
          <a:xfrm>
            <a:off x="1124712" y="9235440"/>
            <a:ext cx="17839944" cy="914400"/>
          </a:xfrm>
          <a:prstGeom prst="roundRect">
            <a:avLst>
              <a:gd name="adj" fmla="val 50000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rtlCol="0" anchor="ctr" wrap="square" lIns="365760" rIns="365760" tIns="365760" bIns="365760"/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원래는 앙상블 후보였지만, 단독 성능이 기준선보다 0.75%p 높아 최종 모델로 전환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최종 모델 구조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처리 단계마다 데이터 특성 · 사전학습 조건 · 실험 결과에 맞춰 결정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sp>
        <p:nvSpPr>
          <p:cNvPr id="40" name="TextBox 39"/>
          <p:cNvSpPr txBox="1"/>
          <p:nvPr/>
        </p:nvSpPr>
        <p:spPr>
          <a:xfrm>
            <a:off x="4937760" y="3017520"/>
            <a:ext cx="6400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60" b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처리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41480" y="3017520"/>
            <a:ext cx="6400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60" b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이렇게 한 이유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24712" y="3520440"/>
            <a:ext cx="3566160" cy="914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tIns="91440" bIns="91440"/>
          <a:lstStyle/>
          <a:p>
            <a:pPr algn="ctr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  신고자 구간 추출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37760" y="3520440"/>
            <a:ext cx="667512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speaker=1 발화만 startAt ~ endAt으로 자름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750040" y="3520440"/>
            <a:ext cx="7214616" cy="9144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 wrap="square" lIns="228600" rIns="228600" tIns="228600" bIns="228600"/>
          <a:lstStyle/>
          <a:p>
            <a:pPr algn="l">
              <a:lnSpc>
                <a:spcPct val="115000"/>
              </a:lnSpc>
            </a:pPr>
            <a:r>
              <a:rPr sz="176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정답이 신고자 성별, 대원 목소리는 방해 신호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937760" y="4526280"/>
            <a:ext cx="6675120" cy="0"/>
          </a:xfrm>
          <a:prstGeom prst="line">
            <a:avLst/>
          </a:prstGeom>
          <a:ln w="12700">
            <a:solidFill>
              <a:srgbClr val="D6E6F5"/>
            </a:solidFill>
          </a:ln>
        </p:spPr>
      </p:cxnSp>
      <p:sp>
        <p:nvSpPr>
          <p:cNvPr id="46" name="Rounded Rectangle 45"/>
          <p:cNvSpPr/>
          <p:nvPr/>
        </p:nvSpPr>
        <p:spPr>
          <a:xfrm>
            <a:off x="1124712" y="4617720"/>
            <a:ext cx="3566160" cy="914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tIns="91440" bIns="91440"/>
          <a:lstStyle/>
          <a:p>
            <a:pPr algn="ctr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2  16kHz 리샘플링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37760" y="4617720"/>
            <a:ext cx="667512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8kHz → 16kHz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750040" y="4617720"/>
            <a:ext cx="7214616" cy="9144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 wrap="square" lIns="228600" rIns="228600" tIns="228600" bIns="228600"/>
          <a:lstStyle/>
          <a:p>
            <a:pPr algn="l">
              <a:lnSpc>
                <a:spcPct val="115000"/>
              </a:lnSpc>
            </a:pPr>
            <a:r>
              <a:rPr sz="176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ECAPA 사전학습 조건(16kHz)과 일치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937760" y="5623560"/>
            <a:ext cx="6675120" cy="0"/>
          </a:xfrm>
          <a:prstGeom prst="line">
            <a:avLst/>
          </a:prstGeom>
          <a:ln w="12700">
            <a:solidFill>
              <a:srgbClr val="D6E6F5"/>
            </a:solidFill>
          </a:ln>
        </p:spPr>
      </p:cxnSp>
      <p:sp>
        <p:nvSpPr>
          <p:cNvPr id="50" name="Rounded Rectangle 49"/>
          <p:cNvSpPr/>
          <p:nvPr/>
        </p:nvSpPr>
        <p:spPr>
          <a:xfrm>
            <a:off x="1124712" y="5715000"/>
            <a:ext cx="3566160" cy="914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tIns="91440" bIns="91440"/>
          <a:lstStyle/>
          <a:p>
            <a:pPr algn="ctr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3  짧은 발화 제외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37760" y="5715000"/>
            <a:ext cx="667512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0.3초 미만 제외 (전부 짧으면 가장 긴 1개 유지)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750040" y="5715000"/>
            <a:ext cx="7214616" cy="9144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 wrap="square" lIns="228600" rIns="228600" tIns="228600" bIns="228600"/>
          <a:lstStyle/>
          <a:p>
            <a:pPr algn="l">
              <a:lnSpc>
                <a:spcPct val="115000"/>
              </a:lnSpc>
            </a:pPr>
            <a:r>
              <a:rPr sz="176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너무 짧으면 임베딩이 불안정, 통화 누락 방지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937760" y="6720840"/>
            <a:ext cx="6675120" cy="0"/>
          </a:xfrm>
          <a:prstGeom prst="line">
            <a:avLst/>
          </a:prstGeom>
          <a:ln w="12700">
            <a:solidFill>
              <a:srgbClr val="D6E6F5"/>
            </a:solidFill>
          </a:ln>
        </p:spPr>
      </p:cxnSp>
      <p:sp>
        <p:nvSpPr>
          <p:cNvPr id="54" name="Rounded Rectangle 53"/>
          <p:cNvSpPr/>
          <p:nvPr/>
        </p:nvSpPr>
        <p:spPr>
          <a:xfrm>
            <a:off x="1124712" y="6812279"/>
            <a:ext cx="3566160" cy="914400"/>
          </a:xfrm>
          <a:prstGeom prst="roundRect">
            <a:avLst>
              <a:gd name="adj" fmla="val 50000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rtlCol="0" anchor="ctr" wrap="square" tIns="91440" bIns="91440"/>
          <a:lstStyle/>
          <a:p>
            <a:pPr algn="ctr">
              <a:lnSpc>
                <a:spcPct val="115000"/>
              </a:lnSpc>
            </a:pPr>
            <a:r>
              <a:rPr sz="187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  ECAPA 임베딩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37760" y="6812279"/>
            <a:ext cx="667512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발화별 192차원, 가중치 고정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750040" y="6812279"/>
            <a:ext cx="7214616" cy="9144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 wrap="square" lIns="228600" rIns="228600" tIns="228600" bIns="228600"/>
          <a:lstStyle/>
          <a:p>
            <a:pPr algn="l">
              <a:lnSpc>
                <a:spcPct val="115000"/>
              </a:lnSpc>
            </a:pPr>
            <a:r>
              <a:rPr sz="176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목소리 특성을 학습한 모델, 재학습 없이 빠름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937760" y="7818119"/>
            <a:ext cx="6675120" cy="0"/>
          </a:xfrm>
          <a:prstGeom prst="line">
            <a:avLst/>
          </a:prstGeom>
          <a:ln w="12700">
            <a:solidFill>
              <a:srgbClr val="D6E6F5"/>
            </a:solidFill>
          </a:ln>
        </p:spPr>
      </p:cxnSp>
      <p:sp>
        <p:nvSpPr>
          <p:cNvPr id="58" name="Rounded Rectangle 57"/>
          <p:cNvSpPr/>
          <p:nvPr/>
        </p:nvSpPr>
        <p:spPr>
          <a:xfrm>
            <a:off x="1124712" y="7909560"/>
            <a:ext cx="3566160" cy="914400"/>
          </a:xfrm>
          <a:prstGeom prst="roundRect">
            <a:avLst>
              <a:gd name="adj" fmla="val 50000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rtlCol="0" anchor="ctr" wrap="square" tIns="91440" bIns="91440"/>
          <a:lstStyle/>
          <a:p>
            <a:pPr algn="ctr">
              <a:lnSpc>
                <a:spcPct val="115000"/>
              </a:lnSpc>
            </a:pPr>
            <a:r>
              <a:rPr sz="187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  길이 가중 평균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37760" y="7909560"/>
            <a:ext cx="667512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L2 정규화 후 발화 길이로 가중 평균 → 통화 벡터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750040" y="7909560"/>
            <a:ext cx="7214616" cy="9144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 wrap="square" lIns="228600" rIns="228600" tIns="228600" bIns="228600"/>
          <a:lstStyle/>
          <a:p>
            <a:pPr algn="l">
              <a:lnSpc>
                <a:spcPct val="115000"/>
              </a:lnSpc>
            </a:pPr>
            <a:r>
              <a:rPr sz="176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설계 실험 최고 (98.21%), 긴 발화가 더 안정적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4937760" y="8915400"/>
            <a:ext cx="6675120" cy="0"/>
          </a:xfrm>
          <a:prstGeom prst="line">
            <a:avLst/>
          </a:prstGeom>
          <a:ln w="12700">
            <a:solidFill>
              <a:srgbClr val="D6E6F5"/>
            </a:solidFill>
          </a:ln>
        </p:spPr>
      </p:cxnSp>
      <p:sp>
        <p:nvSpPr>
          <p:cNvPr id="62" name="Rounded Rectangle 61"/>
          <p:cNvSpPr/>
          <p:nvPr/>
        </p:nvSpPr>
        <p:spPr>
          <a:xfrm>
            <a:off x="1124712" y="9006840"/>
            <a:ext cx="3566160" cy="914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tIns="91440" bIns="91440"/>
          <a:lstStyle/>
          <a:p>
            <a:pPr algn="ctr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6  로지스틱 회귀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37760" y="9006840"/>
            <a:ext cx="667512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StandardScaler + LR (C=1), prob_F ≥ 0.5 → F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750040" y="9006840"/>
            <a:ext cx="7214616" cy="9144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 wrap="square" lIns="228600" rIns="228600" tIns="228600" bIns="228600"/>
          <a:lstStyle/>
          <a:p>
            <a:pPr algn="l">
              <a:lnSpc>
                <a:spcPct val="115000"/>
              </a:lnSpc>
            </a:pPr>
            <a:r>
              <a:rPr sz="176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단순 분류기로 충분, C 변화 효과 없음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ECAPA 설계 실험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통화를 하나의 벡터로 요약할 때 가장 좋았고, 길이 가중 평균으로 확정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sp>
        <p:nvSpPr>
          <p:cNvPr id="40" name="TextBox 39"/>
          <p:cNvSpPr txBox="1"/>
          <p:nvPr/>
        </p:nvSpPr>
        <p:spPr>
          <a:xfrm>
            <a:off x="1124712" y="3017520"/>
            <a:ext cx="8686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통화 요약 방식별 Validation Accuracy (%)</a:t>
            </a:r>
          </a:p>
        </p:txBody>
      </p:sp>
      <p:graphicFrame>
        <p:nvGraphicFramePr>
          <p:cNvPr id="41" name="Chart 40"/>
          <p:cNvGraphicFramePr>
            <a:graphicFrameLocks noGrp="1"/>
          </p:cNvGraphicFramePr>
          <p:nvPr/>
        </p:nvGraphicFramePr>
        <p:xfrm>
          <a:off x="1124712" y="3520440"/>
          <a:ext cx="8595360" cy="6309360"/>
        </p:xfrm>
        <a:graphic>
          <a:graphicData uri="http://schemas.openxmlformats.org/drawingml/2006/chart">
            <c:chart xmlns:c="http://schemas.openxmlformats.org/drawingml/2006/chart" r:id="rId14"/>
          </a:graphicData>
        </a:graphic>
      </p:graphicFrame>
      <p:sp>
        <p:nvSpPr>
          <p:cNvPr id="42" name="Rounded Rectangle 41"/>
          <p:cNvSpPr/>
          <p:nvPr/>
        </p:nvSpPr>
        <p:spPr>
          <a:xfrm>
            <a:off x="10213848" y="3154680"/>
            <a:ext cx="8750808" cy="2057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lIns="256032" rIns="256032" tIns="256032" bIns="256032"/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① 집계: 발화 단위 vs 통화 요약</a:t>
            </a:r>
          </a:p>
          <a:p>
            <a:pPr algn="l">
              <a:lnSpc>
                <a:spcPct val="115000"/>
              </a:lnSpc>
            </a:pPr>
            <a:r>
              <a:rPr sz="165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결과  </a:t>
            </a: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97.58% → 98.08% (+0.5%p)</a:t>
            </a:r>
          </a:p>
          <a:p>
            <a:pPr algn="l">
              <a:lnSpc>
                <a:spcPct val="115000"/>
              </a:lnSpc>
            </a:pPr>
            <a:r>
              <a:rPr sz="165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판단  </a:t>
            </a:r>
            <a:r>
              <a:rPr sz="17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통화 전체를 한 번에 요약하는 방식 채택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13848" y="5440680"/>
            <a:ext cx="8750808" cy="2057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lIns="256032" rIns="256032" tIns="256032" bIns="256032"/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② 요약: 평균 / 평균+표준편차 / 길이 가중</a:t>
            </a:r>
          </a:p>
          <a:p>
            <a:pPr algn="l">
              <a:lnSpc>
                <a:spcPct val="115000"/>
              </a:lnSpc>
            </a:pPr>
            <a:r>
              <a:rPr sz="165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결과  </a:t>
            </a: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98.08 / 97.94 / 98.21%</a:t>
            </a:r>
          </a:p>
          <a:p>
            <a:pPr algn="l">
              <a:lnSpc>
                <a:spcPct val="115000"/>
              </a:lnSpc>
            </a:pPr>
            <a:r>
              <a:rPr sz="165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판단  </a:t>
            </a:r>
            <a:r>
              <a:rPr sz="17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최고 성능 + 긴 발화가 더 안정적 → 길이 가중 평균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213848" y="7726679"/>
            <a:ext cx="8750808" cy="2057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lIns="256032" rIns="256032" tIns="256032" bIns="256032"/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③ 규제 강도 C (0.01 ~ 10)</a:t>
            </a:r>
          </a:p>
          <a:p>
            <a:pPr algn="l">
              <a:lnSpc>
                <a:spcPct val="115000"/>
              </a:lnSpc>
            </a:pPr>
            <a:r>
              <a:rPr sz="165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결과  </a:t>
            </a: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최대 2통화 차이</a:t>
            </a:r>
          </a:p>
          <a:p>
            <a:pPr algn="l">
              <a:lnSpc>
                <a:spcPct val="115000"/>
              </a:lnSpc>
            </a:pPr>
            <a:r>
              <a:rPr sz="165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판단  </a:t>
            </a:r>
            <a:r>
              <a:rPr sz="17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효과 없음 → C=1 유지, 과적합 우려로 튜닝 중단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" y="10287000"/>
            <a:ext cx="1783994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4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※ Validation 3,640통화 기준  ·  로지스틱 회귀는 seed 영향이 없어 1회 실행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미채택 ①  EfficientNet 앙상블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세 seed 모두 소폭 올랐지만 우연 범위 → ECAPA 단독 제출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sp>
        <p:nvSpPr>
          <p:cNvPr id="40" name="Rectangle 39"/>
          <p:cNvSpPr/>
          <p:nvPr/>
        </p:nvSpPr>
        <p:spPr>
          <a:xfrm>
            <a:off x="1124712" y="3108960"/>
            <a:ext cx="17839944" cy="86868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 wrap="square" lIns="274320" rIns="274320" tIns="274320" bIns="274320"/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가설  </a:t>
            </a: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입력 방식이 다른 두 모델은 서로 다른 통화를 틀릴 것 → 확률 평균(0.5 : 0.5)으로 보완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" y="4206240"/>
            <a:ext cx="9144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seed별 Validation Accuracy (%)</a:t>
            </a:r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1124712" y="4572000"/>
          <a:ext cx="9692640" cy="4709160"/>
        </p:xfrm>
        <a:graphic>
          <a:graphicData uri="http://schemas.openxmlformats.org/drawingml/2006/chart">
            <c:chart xmlns:c="http://schemas.openxmlformats.org/drawingml/2006/chart" r:id="rId14"/>
          </a:graphicData>
        </a:graphic>
      </p:graphicFrame>
      <p:sp>
        <p:nvSpPr>
          <p:cNvPr id="43" name="Rounded Rectangle 42"/>
          <p:cNvSpPr/>
          <p:nvPr/>
        </p:nvSpPr>
        <p:spPr>
          <a:xfrm>
            <a:off x="11247120" y="4251960"/>
            <a:ext cx="3703320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lIns="164592" rIns="164592" tIns="164592" bIns="164592"/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약 40 / 65</a:t>
            </a:r>
          </a:p>
          <a:p>
            <a:pPr algn="ctr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ECAPA 오답 중</a:t>
            </a:r>
          </a:p>
          <a:p>
            <a:pPr algn="ctr">
              <a:lnSpc>
                <a:spcPct val="115000"/>
              </a:lnSpc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두 모델이 같이 틀림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5261336" y="4251960"/>
            <a:ext cx="3703320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lIns="164592" rIns="164592" tIns="164592" bIns="164592"/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p = 0.18~0.42</a:t>
            </a:r>
          </a:p>
          <a:p>
            <a:pPr algn="ctr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앙상블 vs ECAPA</a:t>
            </a:r>
          </a:p>
          <a:p>
            <a:pPr algn="ctr">
              <a:lnSpc>
                <a:spcPct val="115000"/>
              </a:lnSpc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McNemar, +4~6통화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247120" y="6812280"/>
            <a:ext cx="7717536" cy="2468880"/>
          </a:xfrm>
          <a:prstGeom prst="roundRect">
            <a:avLst>
              <a:gd name="adj" fmla="val 7000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rtlCol="0" anchor="ctr" wrap="square" lIns="274320" rIns="274320" tIns="274320" bIns="274320"/>
          <a:lstStyle/>
          <a:p>
            <a:pPr algn="l">
              <a:lnSpc>
                <a:spcPct val="115000"/>
              </a:lnSpc>
            </a:pPr>
            <a:r>
              <a:rPr sz="1540" b="1">
                <a:solidFill>
                  <a:srgbClr val="BFE3F5"/>
                </a:solidFill>
                <a:latin typeface="맑은 고딕"/>
                <a:ea typeface="맑은 고딕"/>
                <a:cs typeface="맑은 고딕"/>
              </a:rPr>
              <a:t>판단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개선이 우연 범위이고, EfficientNet 모델 · 전처리 이식과 추론 시간 증가 비용이 큼</a:t>
            </a:r>
          </a:p>
          <a:p>
            <a:pPr algn="l">
              <a:lnSpc>
                <a:spcPct val="115000"/>
              </a:lnSpc>
            </a:pPr>
            <a:r>
              <a:rPr sz="19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→ ECAPA 단독 제출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24712" y="9464040"/>
            <a:ext cx="17839944" cy="77724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47" name="Connector 46"/>
          <p:cNvCxnSpPr/>
          <p:nvPr/>
        </p:nvCxnSpPr>
        <p:spPr>
          <a:xfrm>
            <a:off x="1124712" y="9464040"/>
            <a:ext cx="17839944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8" name="Connector 47"/>
          <p:cNvCxnSpPr/>
          <p:nvPr/>
        </p:nvCxnSpPr>
        <p:spPr>
          <a:xfrm>
            <a:off x="1124712" y="10241280"/>
            <a:ext cx="17839944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9" name="Rounded Rectangle 48"/>
          <p:cNvSpPr/>
          <p:nvPr/>
        </p:nvSpPr>
        <p:spPr>
          <a:xfrm>
            <a:off x="1426464" y="9587484"/>
            <a:ext cx="1956816" cy="530352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rIns="18288" tIns="18288" bIns="18288"/>
          <a:lstStyle/>
          <a:p>
            <a:pPr algn="ctr">
              <a:lnSpc>
                <a:spcPct val="115000"/>
              </a:lnSpc>
            </a:pPr>
            <a:r>
              <a:rPr sz="17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멘토링 반영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39312" y="9464040"/>
            <a:ext cx="150967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여러 seed 평균 · 표준편차와 McNemar test로 유의성을 확인하라는 조언 반영  ·  ECAPA vs EfficientNet은 세 seed 모두 p &lt; 0.01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미채택 ②  화자 겹침 구간 제거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오답 청취에서 세운 가설을 수치로 검증 → 효과 없음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sp>
        <p:nvSpPr>
          <p:cNvPr id="40" name="Oval 39"/>
          <p:cNvSpPr/>
          <p:nvPr/>
        </p:nvSpPr>
        <p:spPr>
          <a:xfrm>
            <a:off x="1124712" y="3429000"/>
            <a:ext cx="1005840" cy="1005840"/>
          </a:xfrm>
          <a:prstGeom prst="ellipse">
            <a:avLst/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lIns="18288" rIns="18288" tIns="18288" bIns="18288"/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627632" y="4434840"/>
            <a:ext cx="0" cy="77724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2" name="TextBox 41"/>
          <p:cNvSpPr txBox="1"/>
          <p:nvPr/>
        </p:nvSpPr>
        <p:spPr>
          <a:xfrm>
            <a:off x="2423160" y="3246120"/>
            <a:ext cx="7863840" cy="1600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관찰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확신에 찬 오답을 들어보니 신고자 구간에 대원 목소리가 섞여 들림</a:t>
            </a:r>
          </a:p>
        </p:txBody>
      </p:sp>
      <p:sp>
        <p:nvSpPr>
          <p:cNvPr id="43" name="Oval 42"/>
          <p:cNvSpPr/>
          <p:nvPr/>
        </p:nvSpPr>
        <p:spPr>
          <a:xfrm>
            <a:off x="1124712" y="5212080"/>
            <a:ext cx="1005840" cy="1005840"/>
          </a:xfrm>
          <a:prstGeom prst="ellipse">
            <a:avLst/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lIns="18288" rIns="18288" tIns="18288" bIns="18288"/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627632" y="6217920"/>
            <a:ext cx="0" cy="77724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2423160" y="5029200"/>
            <a:ext cx="7863840" cy="1600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가설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대원 발화와 겹치는 구간이 임베딩을 오염시켜 오답을 만든다</a:t>
            </a:r>
          </a:p>
        </p:txBody>
      </p:sp>
      <p:sp>
        <p:nvSpPr>
          <p:cNvPr id="46" name="Oval 45"/>
          <p:cNvSpPr/>
          <p:nvPr/>
        </p:nvSpPr>
        <p:spPr>
          <a:xfrm>
            <a:off x="1124712" y="6995159"/>
            <a:ext cx="1005840" cy="1005840"/>
          </a:xfrm>
          <a:prstGeom prst="ellipse">
            <a:avLst/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lIns="18288" rIns="18288" tIns="18288" bIns="18288"/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627632" y="8001000"/>
            <a:ext cx="0" cy="77724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2423160" y="6812279"/>
            <a:ext cx="7863840" cy="1600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겹침 비율 중앙값 오답 8.5% vs 정답 8.2%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겹침 제거 후 98.19% (기존 98.21%)</a:t>
            </a:r>
          </a:p>
        </p:txBody>
      </p:sp>
      <p:sp>
        <p:nvSpPr>
          <p:cNvPr id="49" name="Oval 48"/>
          <p:cNvSpPr/>
          <p:nvPr/>
        </p:nvSpPr>
        <p:spPr>
          <a:xfrm>
            <a:off x="1124712" y="8778240"/>
            <a:ext cx="1005840" cy="1005840"/>
          </a:xfrm>
          <a:prstGeom prst="ellipse">
            <a:avLst/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rtlCol="0" anchor="ctr" wrap="square" lIns="18288" rIns="18288" tIns="18288" bIns="18288"/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23160" y="8595360"/>
            <a:ext cx="7863840" cy="1600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판단</a:t>
            </a:r>
          </a:p>
          <a:p>
            <a:pPr algn="l">
              <a:lnSpc>
                <a:spcPct val="115000"/>
              </a:lnSpc>
            </a:pPr>
            <a:r>
              <a:rPr sz="17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1통화 차이로 효과 없음 → 기존 설정 유지</a:t>
            </a:r>
          </a:p>
          <a:p>
            <a:pPr algn="l">
              <a:lnSpc>
                <a:spcPct val="115000"/>
              </a:lnSpc>
            </a:pPr>
            <a:r>
              <a:rPr sz="17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Train 재추출은 생략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881360" y="3154680"/>
            <a:ext cx="8083296" cy="699516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52" name="Connector 51"/>
          <p:cNvCxnSpPr/>
          <p:nvPr/>
        </p:nvCxnSpPr>
        <p:spPr>
          <a:xfrm>
            <a:off x="10881360" y="3154680"/>
            <a:ext cx="8083296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53" name="Connector 52"/>
          <p:cNvCxnSpPr/>
          <p:nvPr/>
        </p:nvCxnSpPr>
        <p:spPr>
          <a:xfrm>
            <a:off x="10881360" y="10149840"/>
            <a:ext cx="8083296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54" name="TextBox 53"/>
          <p:cNvSpPr txBox="1"/>
          <p:nvPr/>
        </p:nvSpPr>
        <p:spPr>
          <a:xfrm>
            <a:off x="11201400" y="3291840"/>
            <a:ext cx="7498079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처리 방식 (모든 통화에 동일 적용)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55680" y="4069080"/>
            <a:ext cx="128016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대원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55680" y="4754880"/>
            <a:ext cx="128016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신고자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55680" y="5669280"/>
            <a:ext cx="128016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제거 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459200" y="4114800"/>
            <a:ext cx="2194560" cy="411480"/>
          </a:xfrm>
          <a:prstGeom prst="rect">
            <a:avLst/>
          </a:prstGeom>
          <a:solidFill>
            <a:srgbClr val="A9BFE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12527280" y="4800600"/>
            <a:ext cx="4846320" cy="411480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16459200" y="4736592"/>
            <a:ext cx="914400" cy="539496"/>
          </a:xfrm>
          <a:prstGeom prst="rect">
            <a:avLst/>
          </a:prstGeom>
          <a:noFill/>
          <a:ln w="27940">
            <a:solidFill>
              <a:srgbClr val="019DDA"/>
            </a:solidFill>
          </a:ln>
        </p:spPr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12527280" y="5715000"/>
            <a:ext cx="3931920" cy="411480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16550640" y="5623560"/>
            <a:ext cx="21031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43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겹친 부분 삭제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1247120" y="6675120"/>
            <a:ext cx="3611880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lIns="164592" rIns="164592" tIns="164592" bIns="164592"/>
          <a:lstStyle/>
          <a:p>
            <a:pPr algn="ctr">
              <a:lnSpc>
                <a:spcPct val="115000"/>
              </a:lnSpc>
            </a:pPr>
            <a:r>
              <a:rPr sz="34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9.7%</a:t>
            </a:r>
          </a:p>
          <a:p>
            <a:pPr algn="ctr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평균 겹침 비율</a:t>
            </a:r>
          </a:p>
          <a:p>
            <a:pPr algn="ctr">
              <a:lnSpc>
                <a:spcPct val="115000"/>
              </a:lnSpc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신고자 발화 중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5087600" y="6675120"/>
            <a:ext cx="3611880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lIns="164592" rIns="164592" tIns="164592" bIns="164592"/>
          <a:lstStyle/>
          <a:p>
            <a:pPr algn="ctr">
              <a:lnSpc>
                <a:spcPct val="115000"/>
              </a:lnSpc>
            </a:pPr>
            <a:r>
              <a:rPr sz="34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98.19%</a:t>
            </a:r>
          </a:p>
          <a:p>
            <a:pPr algn="ctr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제거 후 Acc</a:t>
            </a:r>
          </a:p>
          <a:p>
            <a:pPr algn="ctr">
              <a:lnSpc>
                <a:spcPct val="115000"/>
              </a:lnSpc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기존 98.21%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247120" y="8915400"/>
            <a:ext cx="7498079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→ ECAPA 임베딩이 이 정도 겹침에는 강건함을 확인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24712" y="10287000"/>
            <a:ext cx="1783994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4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※ startAt · endAt · speaker만 사용해 규정 범위 내  ·  기존 분류기에 Validation만 재추출해 확인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오류 분석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오답 65통화는 길이 · 성별과 무관, 확신에 찬 오답은 라벨 오류로 추정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sp>
        <p:nvSpPr>
          <p:cNvPr id="40" name="TextBox 39"/>
          <p:cNvSpPr txBox="1"/>
          <p:nvPr/>
        </p:nvSpPr>
        <p:spPr>
          <a:xfrm>
            <a:off x="1124712" y="3017520"/>
            <a:ext cx="9144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오답 65통화 분해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" y="3566160"/>
            <a:ext cx="8778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예측 확신도 기준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24712" y="4023360"/>
            <a:ext cx="1844977" cy="960120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  <a:p>
            <a:pPr algn="ctr">
              <a:lnSpc>
                <a:spcPct val="115000"/>
              </a:lnSpc>
            </a:pPr>
            <a:r>
              <a:rPr sz="143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확신에 찬 오답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15409" y="4023360"/>
            <a:ext cx="6841822" cy="960120"/>
          </a:xfrm>
          <a:prstGeom prst="rect">
            <a:avLst/>
          </a:prstGeom>
          <a:solidFill>
            <a:srgbClr val="A9BFE2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51</a:t>
            </a:r>
          </a:p>
          <a:p>
            <a:pPr algn="ctr">
              <a:lnSpc>
                <a:spcPct val="115000"/>
              </a:lnSpc>
            </a:pPr>
            <a:r>
              <a:rPr sz="143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애매한 오답 (확률 0.02~0.98)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" y="5257800"/>
            <a:ext cx="8778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다른 모델과의 겹침 (seed 123 · 2026 기준)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24712" y="5715000"/>
            <a:ext cx="5356273" cy="960120"/>
          </a:xfrm>
          <a:prstGeom prst="rect">
            <a:avLst/>
          </a:prstGeom>
          <a:solidFill>
            <a:srgbClr val="7F9CCB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40</a:t>
            </a:r>
          </a:p>
          <a:p>
            <a:pPr algn="ctr">
              <a:lnSpc>
                <a:spcPct val="115000"/>
              </a:lnSpc>
            </a:pPr>
            <a:r>
              <a:rPr sz="143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EfficientNet도 틀림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26705" y="5715000"/>
            <a:ext cx="3330526" cy="960120"/>
          </a:xfrm>
          <a:prstGeom prst="rect">
            <a:avLst/>
          </a:prstGeom>
          <a:solidFill>
            <a:srgbClr val="D6E6F5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  <a:p>
            <a:pPr algn="ctr">
              <a:lnSpc>
                <a:spcPct val="115000"/>
              </a:lnSpc>
            </a:pPr>
            <a:r>
              <a:rPr sz="143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ECAPA만 틀림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" y="6949440"/>
            <a:ext cx="8778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성별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24712" y="7406640"/>
            <a:ext cx="4816074" cy="960120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36</a:t>
            </a:r>
          </a:p>
          <a:p>
            <a:pPr algn="ctr">
              <a:lnSpc>
                <a:spcPct val="115000"/>
              </a:lnSpc>
            </a:pPr>
            <a:r>
              <a:rPr sz="143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실제 남성 → 여성 예측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86506" y="7406640"/>
            <a:ext cx="3870725" cy="960120"/>
          </a:xfrm>
          <a:prstGeom prst="rect">
            <a:avLst/>
          </a:prstGeom>
          <a:solidFill>
            <a:srgbClr val="A9BFE2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  <a:p>
            <a:pPr algn="ctr">
              <a:lnSpc>
                <a:spcPct val="115000"/>
              </a:lnSpc>
            </a:pPr>
            <a:r>
              <a:rPr sz="143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실제 여성 → 남성 예측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4712" y="8915400"/>
            <a:ext cx="877824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92608" indent="-292608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개선 여지는 애매한 오답 약 51통화, 확신 오답 14통화(약 0.4%p)는 모델로 맞히기 어려운 영역</a:t>
            </a:r>
          </a:p>
          <a:p>
            <a:pPr algn="l" marL="292608" indent="-292608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recall 남 0.979 / 여 0.985, precision 남 0.983 / 여 0.982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원인 가설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15600" y="3566160"/>
            <a:ext cx="8449056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lIns="228600" rIns="1737360" tIns="228600" bIns="228600"/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통화 길이 (정보 부족)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신고자 발화 총길이 5분위 정확도 97.8~98.6%로 평평, 오답 통화가 오히려 발화가 많음 (17 vs 15개)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7465040" y="4251960"/>
            <a:ext cx="128016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lIns="18288" rIns="18288" tIns="18288" bIns="18288"/>
          <a:lstStyle/>
          <a:p>
            <a:pPr algn="ctr">
              <a:lnSpc>
                <a:spcPct val="115000"/>
              </a:lnSpc>
            </a:pPr>
            <a:r>
              <a:rPr sz="17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기각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515600" y="5760720"/>
            <a:ext cx="8449056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lIns="228600" rIns="1737360" tIns="228600" bIns="228600"/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성별 치우침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오답 남 36 · 여 29, Validation 성비(46 : 54)를 감안하면 큰 차이 없음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7465040" y="6446520"/>
            <a:ext cx="128016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lIns="18288" rIns="18288" tIns="18288" bIns="18288"/>
          <a:lstStyle/>
          <a:p>
            <a:pPr algn="ctr">
              <a:lnSpc>
                <a:spcPct val="115000"/>
              </a:lnSpc>
            </a:pPr>
            <a:r>
              <a:rPr sz="17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기각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515600" y="7955279"/>
            <a:ext cx="8449056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lIns="228600" rIns="1737360" tIns="228600" bIns="228600"/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라벨 오류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확신 오답 14통화 중 청취한 1통화: 라벨 M인데 여성 목소리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[추가 청취 후 갱신: 14통화 중 N통화 확인]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7465040" y="8641080"/>
            <a:ext cx="1280160" cy="566928"/>
          </a:xfrm>
          <a:prstGeom prst="roundRect">
            <a:avLst>
              <a:gd name="adj" fmla="val 50000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rtlCol="0" anchor="ctr" wrap="square" lIns="18288" rIns="18288" tIns="18288" bIns="18288"/>
          <a:lstStyle/>
          <a:p>
            <a:pPr algn="ctr">
              <a:lnSpc>
                <a:spcPct val="115000"/>
              </a:lnSpc>
            </a:pPr>
            <a:r>
              <a:rPr sz="17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추정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4712" y="10287000"/>
            <a:ext cx="1783994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4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※ 확신에 찬 오답: prob_F &lt; 0.02 또는 &gt; 0.98  ·  라벨 오류 의심 통화 제거는 규정(label별 상이한 전처리 금지) 위반 소지로 미적용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최종 성능 및 계산 효율성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Validation Accuracy 98.21%, 통화 길이와 무관하게 고른 성능 · 통화당 약 0.18초 추론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sp>
        <p:nvSpPr>
          <p:cNvPr id="40" name="Rounded Rectangle 39"/>
          <p:cNvSpPr/>
          <p:nvPr/>
        </p:nvSpPr>
        <p:spPr>
          <a:xfrm>
            <a:off x="1124712" y="3154680"/>
            <a:ext cx="4206240" cy="2148840"/>
          </a:xfrm>
          <a:prstGeom prst="roundRect">
            <a:avLst>
              <a:gd name="adj" fmla="val 7000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rtlCol="0" anchor="ctr" wrap="square" lIns="164592" rIns="164592" tIns="164592" bIns="164592"/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98.21%</a:t>
            </a:r>
          </a:p>
          <a:p>
            <a:pPr algn="ctr">
              <a:lnSpc>
                <a:spcPct val="115000"/>
              </a:lnSpc>
            </a:pPr>
            <a:r>
              <a:rPr sz="19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Validation Accuracy</a:t>
            </a:r>
          </a:p>
          <a:p>
            <a:pPr algn="ctr">
              <a:lnSpc>
                <a:spcPct val="115000"/>
              </a:lnSpc>
            </a:pPr>
            <a:r>
              <a:rPr sz="16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3,640통화 중 3,575 정답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79" y="3154680"/>
            <a:ext cx="420624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lIns="164592" rIns="164592" tIns="164592" bIns="164592"/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98.34%</a:t>
            </a:r>
          </a:p>
          <a:p>
            <a:pPr algn="ctr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F1-score (F 기준)</a:t>
            </a:r>
          </a:p>
          <a:p>
            <a:pPr algn="ctr">
              <a:lnSpc>
                <a:spcPct val="115000"/>
              </a:lnSpc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오답 65통화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13848" y="3154680"/>
            <a:ext cx="420624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lIns="164592" rIns="164592" tIns="164592" bIns="164592"/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664.5초</a:t>
            </a:r>
          </a:p>
          <a:p>
            <a:pPr algn="ctr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Validation 전체 추론</a:t>
            </a:r>
          </a:p>
          <a:p>
            <a:pPr algn="ctr">
              <a:lnSpc>
                <a:spcPct val="115000"/>
              </a:lnSpc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Colab T4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758416" y="3154680"/>
            <a:ext cx="420624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lIns="164592" rIns="164592" tIns="164592" bIns="164592"/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182.5ms</a:t>
            </a:r>
          </a:p>
          <a:p>
            <a:pPr algn="ctr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통화당 평균 추론</a:t>
            </a:r>
          </a:p>
          <a:p>
            <a:pPr algn="ctr">
              <a:lnSpc>
                <a:spcPct val="115000"/>
              </a:lnSpc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통화 단위 batch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" y="5623560"/>
            <a:ext cx="8686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신고자 발화 총길이 5분위별 정확도 (%)</a:t>
            </a:r>
          </a:p>
        </p:txBody>
      </p:sp>
      <p:graphicFrame>
        <p:nvGraphicFramePr>
          <p:cNvPr id="45" name="Chart 44"/>
          <p:cNvGraphicFramePr>
            <a:graphicFrameLocks noGrp="1"/>
          </p:cNvGraphicFramePr>
          <p:nvPr/>
        </p:nvGraphicFramePr>
        <p:xfrm>
          <a:off x="1124712" y="6080760"/>
          <a:ext cx="8595360" cy="4069080"/>
        </p:xfrm>
        <a:graphic>
          <a:graphicData uri="http://schemas.openxmlformats.org/drawingml/2006/chart">
            <c:chart xmlns:c="http://schemas.openxmlformats.org/drawingml/2006/chart" r:id="rId14"/>
          </a:graphicData>
        </a:graphic>
      </p:graphicFrame>
      <p:graphicFrame>
        <p:nvGraphicFramePr>
          <p:cNvPr id="46" name="Table 45"/>
          <p:cNvGraphicFramePr>
            <a:graphicFrameLocks noGrp="1"/>
          </p:cNvGraphicFramePr>
          <p:nvPr/>
        </p:nvGraphicFramePr>
        <p:xfrm>
          <a:off x="10213848" y="5715000"/>
          <a:ext cx="8750808" cy="4370832"/>
        </p:xfrm>
        <a:graphic>
          <a:graphicData uri="http://schemas.openxmlformats.org/drawingml/2006/table">
            <a:tbl>
              <a:tblPr firstRow="0" bandRow="0"/>
              <a:tblGrid>
                <a:gridCol w="3291840"/>
                <a:gridCol w="5458968"/>
              </a:tblGrid>
              <a:tr h="64008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128016" marR="128016" marT="45720" marB="45720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</a:tr>
              <a:tr h="93268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5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파라미터</a:t>
                      </a:r>
                    </a:p>
                  </a:txBody>
                  <a:tcPr marL="128016" marR="128016" marT="45720" marB="45720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Total [확인 후 입력]  /  Active [확인 후 입력]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(로지스틱 회귀 193개)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5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환경</a:t>
                      </a:r>
                    </a:p>
                  </a:txBody>
                  <a:tcPr marL="128016" marR="128016" marT="45720" marB="45720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Colab Pro · Tesla T4 15GB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임베딩 추출 train 86분 · val 11분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5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추론 환경</a:t>
                      </a:r>
                    </a:p>
                  </a:txBody>
                  <a:tcPr marL="128016" marR="128016" marT="45720" marB="45720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Tesla T4, 인터넷 없이 로컬 가중치 로딩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5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재현 확인</a:t>
                      </a:r>
                    </a:p>
                  </a:txBody>
                  <a:tcPr marL="128016" marR="128016" marT="45720" marB="45720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inference.py 1회 실행 Acc 98.21%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시 예측과 100% 일치</a:t>
                      </a:r>
                    </a:p>
                  </a:txBody>
                  <a:tcPr marL="128016" marR="128016" marT="45720" marB="45720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1188720" y="2926080"/>
            <a:ext cx="7498079" cy="4023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4114800"/>
            <a:ext cx="11430000" cy="2560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미션 2. 신고자 / 119대원 화자 분류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280160" y="7086600"/>
            <a:ext cx="17830800" cy="0"/>
          </a:xfrm>
          <a:prstGeom prst="line">
            <a:avLst/>
          </a:prstGeom>
          <a:ln w="50800">
            <a:solidFill>
              <a:srgbClr val="019DDA"/>
            </a:solidFill>
          </a:ln>
        </p:spPr>
      </p:cxn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문제 정의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발화 하나를 음성만 듣고 신고자인지 119대원인지 판별합니다.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sp>
        <p:nvSpPr>
          <p:cNvPr id="40" name="Rounded Rectangle 39"/>
          <p:cNvSpPr/>
          <p:nvPr/>
        </p:nvSpPr>
        <p:spPr>
          <a:xfrm>
            <a:off x="1125823" y="3424427"/>
            <a:ext cx="4925479" cy="2852928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lIns="228600" tIns="137160" rIns="228600" bIns="13716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</a:pPr>
            <a:r>
              <a:rPr sz="33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발화 구간 음성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wav에서 startAt ~ endAt 구간만 잘라 사용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6553903" y="4589373"/>
            <a:ext cx="502599" cy="534924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584233" y="3424427"/>
            <a:ext cx="4925479" cy="2852928"/>
          </a:xfrm>
          <a:prstGeom prst="roundRect">
            <a:avLst>
              <a:gd name="adj" fmla="val 10416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rtlCol="0" anchor="ctr" wrap="square" lIns="228600" tIns="137160" rIns="228600" bIns="13716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</a:pPr>
            <a:r>
              <a:rPr sz="3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분류 모델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WavLM-base 12층 fine-tuning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13012312" y="4589373"/>
            <a:ext cx="502599" cy="534924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4042642" y="3424427"/>
            <a:ext cx="4925479" cy="2852928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lIns="228600" tIns="137160" rIns="228600" bIns="13716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</a:pPr>
            <a:r>
              <a:rPr sz="33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speaker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0 = 119대원  ·  1 = 신고자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25823" y="6990588"/>
            <a:ext cx="5679379" cy="326898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1125823" y="6990588"/>
            <a:ext cx="5679380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7" name="Connector 46"/>
          <p:cNvCxnSpPr/>
          <p:nvPr/>
        </p:nvCxnSpPr>
        <p:spPr>
          <a:xfrm>
            <a:off x="1125823" y="10259567"/>
            <a:ext cx="5679380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1427383" y="7228331"/>
            <a:ext cx="5076259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평가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27383" y="8119871"/>
            <a:ext cx="5076259" cy="2020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51460" indent="-251460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지표: Accuracy</a:t>
            </a:r>
          </a:p>
          <a:p>
            <a:pPr algn="l" marL="251460" indent="-251460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제출 CSV: audio file name, startAt, endAt, speaker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07283" y="6990588"/>
            <a:ext cx="5679379" cy="326898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7207283" y="6990588"/>
            <a:ext cx="567937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52" name="Connector 51"/>
          <p:cNvCxnSpPr/>
          <p:nvPr/>
        </p:nvCxnSpPr>
        <p:spPr>
          <a:xfrm>
            <a:off x="7207283" y="10259567"/>
            <a:ext cx="567937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53" name="TextBox 52"/>
          <p:cNvSpPr txBox="1"/>
          <p:nvPr/>
        </p:nvSpPr>
        <p:spPr>
          <a:xfrm>
            <a:off x="7508843" y="7228331"/>
            <a:ext cx="5076259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입력 제한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08843" y="8119871"/>
            <a:ext cx="5076259" cy="2020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51460" indent="-251460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사용: 오디오 신호만</a:t>
            </a:r>
          </a:p>
          <a:p>
            <a:pPr algn="l" marL="251460" indent="-251460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금지: 전사 텍스트, 발화 순서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3288742" y="6990588"/>
            <a:ext cx="5679379" cy="326898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3288742" y="6990588"/>
            <a:ext cx="5679380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57" name="Connector 56"/>
          <p:cNvCxnSpPr/>
          <p:nvPr/>
        </p:nvCxnSpPr>
        <p:spPr>
          <a:xfrm>
            <a:off x="13288742" y="10259567"/>
            <a:ext cx="5679380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58" name="TextBox 57"/>
          <p:cNvSpPr txBox="1"/>
          <p:nvPr/>
        </p:nvSpPr>
        <p:spPr>
          <a:xfrm>
            <a:off x="13590302" y="7228331"/>
            <a:ext cx="5076259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제출 방식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590302" y="8119871"/>
            <a:ext cx="5076259" cy="2020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51460" indent="-251460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python inference.py 1회 실행으로</a:t>
            </a:r>
          </a:p>
          <a:p>
            <a:pPr algn="l" marL="251460" indent="-251460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결과 CSV 생성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데이터 분석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짧은 발화가 많고, 원본은 8kHz 전화 음성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sp>
        <p:nvSpPr>
          <p:cNvPr id="40" name="TextBox 39"/>
          <p:cNvSpPr txBox="1"/>
          <p:nvPr/>
        </p:nvSpPr>
        <p:spPr>
          <a:xfrm>
            <a:off x="1125823" y="3246120"/>
            <a:ext cx="9448879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발화 길이 구간별 비중 (자체 val 176,784개)</a:t>
            </a:r>
          </a:p>
        </p:txBody>
      </p:sp>
      <p:graphicFrame>
        <p:nvGraphicFramePr>
          <p:cNvPr id="41" name="Chart 40"/>
          <p:cNvGraphicFramePr>
            <a:graphicFrameLocks noGrp="1"/>
          </p:cNvGraphicFramePr>
          <p:nvPr/>
        </p:nvGraphicFramePr>
        <p:xfrm>
          <a:off x="1125823" y="3899915"/>
          <a:ext cx="9649919" cy="6181344"/>
        </p:xfrm>
        <a:graphic>
          <a:graphicData uri="http://schemas.openxmlformats.org/drawingml/2006/chart">
            <c:chart xmlns:c="http://schemas.openxmlformats.org/drawingml/2006/chart" r:id="rId14"/>
          </a:graphicData>
        </a:graphic>
      </p:graphicFrame>
      <p:sp>
        <p:nvSpPr>
          <p:cNvPr id="42" name="Rounded Rectangle 41"/>
          <p:cNvSpPr/>
          <p:nvPr/>
        </p:nvSpPr>
        <p:spPr>
          <a:xfrm>
            <a:off x="11308499" y="3364991"/>
            <a:ext cx="3769499" cy="3090672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lIns="137160" tIns="91440" rIns="137160" bIns="9144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48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880,178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발화 조각 수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train 703,394 / val 176,784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5449922" y="3364991"/>
            <a:ext cx="3769499" cy="3090672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lIns="137160" tIns="91440" rIns="137160" bIns="9144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48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48 : 52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대원 : 신고자 비율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train 기준 48.0% : 52.0%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308499" y="6871716"/>
            <a:ext cx="3769499" cy="3090672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lIns="137160" tIns="91440" rIns="137160" bIns="9144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48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1.45초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발화 길이 중앙값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2.5초 초과는 약 26%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5449922" y="6871716"/>
            <a:ext cx="3769499" cy="3090672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lIns="137160" tIns="91440" rIns="137160" bIns="9144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48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8kHz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원본 샘플레이트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전화망 대역, 16kHz로 변환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5823" y="10176357"/>
            <a:ext cx="17842298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※ 300ms 미만 발화(전체의 약 1.03%)는 학습에서만 제외  ·  공식 Training 29,200통화 / 공식 Validation 3,640통화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규정 준수 설계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음성 정보만 사용하도록 설계하고, 수치로 검증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125823" y="3305556"/>
          <a:ext cx="10554598" cy="5349239"/>
        </p:xfrm>
        <a:graphic>
          <a:graphicData uri="http://schemas.openxmlformats.org/drawingml/2006/table">
            <a:tbl>
              <a:tblPr/>
              <a:tblGrid>
                <a:gridCol w="4020799"/>
                <a:gridCol w="6533799"/>
              </a:tblGrid>
              <a:tr h="83210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규정 요건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우리의 설계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</a:tr>
              <a:tr h="112928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텍스트·발화 순서 사용 금지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입력은 (파형, 화자)만 반환, 추론은 startAt·endAt만 읽음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2928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순서 정보 유입 차단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데이터 셔플, 통화(wav) 단위로 train/val 분할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2928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같은 통화 내 발화 묶어 판정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규정 위반 소지로 폐기, 멘토링에서 위반으로 확인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2928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공식 Validation 학습 금지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전용으로만 사용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12062399" y="3246120"/>
            <a:ext cx="6905723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순서 정보 없이 풀 수 있는 문제인가</a:t>
            </a:r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12062399" y="3899915"/>
          <a:ext cx="6905723" cy="4873752"/>
        </p:xfrm>
        <a:graphic>
          <a:graphicData uri="http://schemas.openxmlformats.org/drawingml/2006/chart">
            <c:chart xmlns:c="http://schemas.openxmlformats.org/drawingml/2006/chart" r:id="rId14"/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12062399" y="8714232"/>
            <a:ext cx="6905723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순서만으로는 설명되지 않는 약 38%p 차이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25823" y="9486900"/>
            <a:ext cx="17842298" cy="1010412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1125823" y="9486900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6" name="Connector 45"/>
          <p:cNvCxnSpPr/>
          <p:nvPr/>
        </p:nvCxnSpPr>
        <p:spPr>
          <a:xfrm>
            <a:off x="1125823" y="10497311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7" name="Rounded Rectangle 46"/>
          <p:cNvSpPr/>
          <p:nvPr/>
        </p:nvSpPr>
        <p:spPr>
          <a:xfrm>
            <a:off x="1427383" y="9724643"/>
            <a:ext cx="1960139" cy="534924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45720" tIns="18288" rIns="45720" bIns="18288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멘토링 반영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89083" y="9486900"/>
            <a:ext cx="14977478" cy="10104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같은 통화 내 발화를 묶어 판정하는 방식은 규정 위반이라는 답변으로 폐기 판단을 확인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실험 로드맵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백본 탐색에서 시작해 오류 원인 분석까지 단계적으로 진행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sp>
        <p:nvSpPr>
          <p:cNvPr id="40" name="Rounded Rectangle 39"/>
          <p:cNvSpPr/>
          <p:nvPr/>
        </p:nvSpPr>
        <p:spPr>
          <a:xfrm>
            <a:off x="1125823" y="3483864"/>
            <a:ext cx="3116119" cy="4754880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tIns="457200" bIns="13716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80"/>
              </a:spcAft>
            </a:pPr>
            <a:r>
              <a:rPr sz="29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백본 탐색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ResNet34 · Wav2Vec2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AST · WavLM 비교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81803" y="3008375"/>
            <a:ext cx="804159" cy="950976"/>
          </a:xfrm>
          <a:prstGeom prst="roundRect">
            <a:avLst>
              <a:gd name="adj" fmla="val 50000"/>
            </a:avLst>
          </a:prstGeom>
          <a:solidFill>
            <a:srgbClr val="28489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4272099" y="5682996"/>
            <a:ext cx="502599" cy="499262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807368" y="3483864"/>
            <a:ext cx="3116119" cy="4754880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tIns="457200" bIns="13716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80"/>
              </a:spcAft>
            </a:pPr>
            <a:r>
              <a:rPr sz="29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설계 확정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샘플레이트 · 층 처리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Attention Pooling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84.77 → 90.47%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63348" y="3008375"/>
            <a:ext cx="804159" cy="950976"/>
          </a:xfrm>
          <a:prstGeom prst="roundRect">
            <a:avLst>
              <a:gd name="adj" fmla="val 50000"/>
            </a:avLst>
          </a:prstGeom>
          <a:solidFill>
            <a:srgbClr val="28489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7953644" y="5682996"/>
            <a:ext cx="502599" cy="499262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488913" y="3483864"/>
            <a:ext cx="3116119" cy="4754880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tIns="457200" bIns="13716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80"/>
              </a:spcAft>
            </a:pPr>
            <a:r>
              <a:rPr sz="29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레이어 확장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층 수를 3층에서 12층까지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90.47 → 93.00%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644893" y="3008375"/>
            <a:ext cx="804159" cy="950976"/>
          </a:xfrm>
          <a:prstGeom prst="roundRect">
            <a:avLst>
              <a:gd name="adj" fmla="val 50000"/>
            </a:avLst>
          </a:prstGeom>
          <a:solidFill>
            <a:srgbClr val="28489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11635189" y="5682996"/>
            <a:ext cx="502599" cy="499262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2170458" y="3483864"/>
            <a:ext cx="3116119" cy="4754880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tIns="457200" bIns="13716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80"/>
              </a:spcAft>
            </a:pPr>
            <a:r>
              <a:rPr sz="29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개선 시도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증강 · duration · 가변 길이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loss 가중치 · 앙상블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전부 미채택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3326437" y="3008375"/>
            <a:ext cx="804159" cy="950976"/>
          </a:xfrm>
          <a:prstGeom prst="roundRect">
            <a:avLst>
              <a:gd name="adj" fmla="val 50000"/>
            </a:avLst>
          </a:prstGeom>
          <a:solidFill>
            <a:srgbClr val="28489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15316733" y="5682996"/>
            <a:ext cx="502599" cy="499262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5852002" y="3483864"/>
            <a:ext cx="3116119" cy="4754880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tIns="457200" bIns="13716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80"/>
              </a:spcAft>
            </a:pPr>
            <a:r>
              <a:rPr sz="29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오류 분석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비대칭 오류의 원인 규명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92.64 → 97.07%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7007982" y="3008375"/>
            <a:ext cx="804159" cy="950976"/>
          </a:xfrm>
          <a:prstGeom prst="roundRect">
            <a:avLst>
              <a:gd name="adj" fmla="val 50000"/>
            </a:avLst>
          </a:prstGeom>
          <a:solidFill>
            <a:srgbClr val="28489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25823" y="8833104"/>
            <a:ext cx="17842298" cy="1367028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 wrap="square" lIns="365760" tIns="91440" rIns="365760" bIns="9144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최종 채택  </a:t>
            </a:r>
            <a:r>
              <a:rPr sz="264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WavLM-base 12층 fine-tuning  ·  공식 Validation 92.64%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125823" y="8833104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56" name="Connector 55"/>
          <p:cNvCxnSpPr/>
          <p:nvPr/>
        </p:nvCxnSpPr>
        <p:spPr>
          <a:xfrm>
            <a:off x="1125823" y="10200132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57" name="TextBox 56"/>
          <p:cNvSpPr txBox="1"/>
          <p:nvPr/>
        </p:nvSpPr>
        <p:spPr>
          <a:xfrm>
            <a:off x="1125823" y="10259567"/>
            <a:ext cx="17842298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※ 시간 순서가 아니라 논리 흐름 기준의 정리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백본 비교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세 가지 계열의 사전학습 모델을 비교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125823" y="3305556"/>
          <a:ext cx="17842295" cy="5586983"/>
        </p:xfrm>
        <a:graphic>
          <a:graphicData uri="http://schemas.openxmlformats.org/drawingml/2006/table">
            <a:tbl>
              <a:tblPr/>
              <a:tblGrid>
                <a:gridCol w="2915079"/>
                <a:gridCol w="3216639"/>
                <a:gridCol w="4674179"/>
                <a:gridCol w="2211439"/>
                <a:gridCol w="4824959"/>
              </a:tblGrid>
              <a:tr h="83210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백본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설정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ResNet34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Mel-spectrogram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fine-tuning, 발화 1.5초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Acc 0.9126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epoch당 약 44분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Wav2Vec2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(XLSR 한국어)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파형 16kHz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backbone freeze, 3초 고정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Acc 0.8464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Class Weight로 비대칭 오류 완화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AST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(AudioSet)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스펙트로그램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fine-tuning, 전체 데이터의 8%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F1 0.9034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홀짝 베이스라인으로 순서정보 미사용 검증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WavLM-base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파형 16kHz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마지막 3층 fine-tuning (3층 시점)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Acc 0.9047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최종 채택, 이후 12층까지 확장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41" name="Rectangle 40"/>
          <p:cNvSpPr/>
          <p:nvPr/>
        </p:nvSpPr>
        <p:spPr>
          <a:xfrm>
            <a:off x="1125823" y="9249156"/>
            <a:ext cx="17842298" cy="1129284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 wrap="square" lIns="274320" tIns="137160" rIns="274320" bIns="13716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※ 학습 데이터 범위(AST는 8%), 필터 기준, 지표(F1/Acc), 학습 방식이 달라 직접 비교가 아닌 모델 선정 참고용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125823" y="9249156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3" name="Connector 42"/>
          <p:cNvCxnSpPr/>
          <p:nvPr/>
        </p:nvCxnSpPr>
        <p:spPr>
          <a:xfrm>
            <a:off x="1125823" y="10378439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ResNet34 실험 상세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Mel-spectrogram 기반 ResNet34로 Val Acc 0.9126을 달성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125823" y="3246120"/>
          <a:ext cx="9649918" cy="5230365"/>
        </p:xfrm>
        <a:graphic>
          <a:graphicData uri="http://schemas.openxmlformats.org/drawingml/2006/table">
            <a:tbl>
              <a:tblPr/>
              <a:tblGrid>
                <a:gridCol w="2110919"/>
                <a:gridCol w="7538999"/>
              </a:tblGrid>
              <a:tr h="65379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</a:tr>
              <a:tr h="112928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특징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Mel-spectrogram (n_mels 128, n_fft 2048, hop 512, 길이 200프레임)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pretrained ResNet34, 첫 conv를 1채널로 수정, 출력 2-class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2103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분할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통화 단위, train 713,124 / val 176,234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2103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클래스 비율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신고자 462,197 : 대원 427,161 (큰 불균형 없음)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2103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속도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epoch당 약 44분 (WavLM 약 81분)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11459279" y="3246120"/>
            <a:ext cx="7508843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검증 성능 (Val Acc %)</a:t>
            </a:r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11459279" y="3840480"/>
          <a:ext cx="7508843" cy="4636008"/>
        </p:xfrm>
        <a:graphic>
          <a:graphicData uri="http://schemas.openxmlformats.org/drawingml/2006/chart">
            <c:chart xmlns:c="http://schemas.openxmlformats.org/drawingml/2006/chart" r:id="rId14"/>
          </a:graphicData>
        </a:graphic>
      </p:graphicFrame>
      <p:sp>
        <p:nvSpPr>
          <p:cNvPr id="43" name="Rectangle 42"/>
          <p:cNvSpPr/>
          <p:nvPr/>
        </p:nvSpPr>
        <p:spPr>
          <a:xfrm>
            <a:off x="1125823" y="8773667"/>
            <a:ext cx="17842298" cy="1307592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 wrap="square" lIns="274320" tIns="73152" rIns="274320" bIns="73152">
            <a:noAutofit/>
          </a:bodyPr>
          <a:lstStyle/>
          <a:p>
            <a:pPr algn="l" marL="226314" indent="-226314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  <a:buClr>
                <a:srgbClr val="284890"/>
              </a:buClr>
              <a:buFont typeface="Arial"/>
              <a:buChar char="•"/>
            </a:pPr>
            <a:r>
              <a:rPr sz="198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v1(2.0초): Epoch 5에서 최고 0.9041, 이후 Train이 91.4% → 94.0%로 오르는 동안 Val은 정체(과적합)</a:t>
            </a:r>
          </a:p>
          <a:p>
            <a:pPr algn="l" marL="226314" indent="-22631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4890"/>
              </a:buClr>
              <a:buFont typeface="Arial"/>
              <a:buChar char="•"/>
            </a:pPr>
            <a:r>
              <a:rPr sz="198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v2(1.5초 + weight_decay 1e-4): v1 체크포인트에서 이어 학습해 1 epoch 만에 0.9126, 이후 3 epoch 개선 없어 조기 종료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125823" y="8773667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5" name="Connector 44"/>
          <p:cNvCxnSpPr/>
          <p:nvPr/>
        </p:nvCxnSpPr>
        <p:spPr>
          <a:xfrm>
            <a:off x="1125823" y="10081259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6" name="TextBox 45"/>
          <p:cNvSpPr txBox="1"/>
          <p:nvPr/>
        </p:nvSpPr>
        <p:spPr>
          <a:xfrm>
            <a:off x="1125823" y="10176357"/>
            <a:ext cx="17842298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※ v2는 v1 체크포인트 위에서 이어 학습해 설정 변경 효과와 추가 학습 효과가 섞여 있음 (팀원 명시)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Wav2Vec2 실험 상세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백본을 고정하고 헤드만 학습해 Val Acc 0.8464, Class Weight로 비대칭 오류를 완화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125823" y="3246120"/>
          <a:ext cx="8644718" cy="4754880"/>
        </p:xfrm>
        <a:graphic>
          <a:graphicData uri="http://schemas.openxmlformats.org/drawingml/2006/table">
            <a:tbl>
              <a:tblPr/>
              <a:tblGrid>
                <a:gridCol w="1909879"/>
                <a:gridCol w="6734839"/>
              </a:tblGrid>
              <a:tr h="65379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</a:tr>
              <a:tr h="124815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kresnik/wav2vec2-large-xlsr-korean, backbone 전체 freeze, 헤드 Linear-ReLU-Dropout(0.3)-Linear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16kHz, 3초 고정, mean pooling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필터링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0.3초 미만 제외 (889,358 → 879,499개)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6984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분할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통화 단위, train 747,929 (24,820통화) / val 131,570 (4,380통화)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Rectangle 40"/>
          <p:cNvSpPr/>
          <p:nvPr/>
        </p:nvSpPr>
        <p:spPr>
          <a:xfrm>
            <a:off x="1125823" y="8298179"/>
            <a:ext cx="8644719" cy="1842516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 wrap="square" lIns="228600" tIns="73152" rIns="228600" bIns="73152">
            <a:noAutofit/>
          </a:bodyPr>
          <a:lstStyle/>
          <a:p>
            <a:pPr algn="l" marL="201168" indent="-201168">
              <a:lnSpc>
                <a:spcPct val="110000"/>
              </a:lnSpc>
              <a:spcBef>
                <a:spcPts val="0"/>
              </a:spcBef>
              <a:spcAft>
                <a:spcPts val="440"/>
              </a:spcAft>
              <a:buClr>
                <a:srgbClr val="284890"/>
              </a:buClr>
              <a:buFont typeface="Arial"/>
              <a:buChar char="•"/>
            </a:pPr>
            <a:r>
              <a:rPr sz="176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발화 5만 개 서브샘플에서 길이 × 필터링 × 불균형 처리 18개 조합 탐색: 길이가 길수록 유리, 나머지 효과는 미미</a:t>
            </a:r>
          </a:p>
          <a:p>
            <a:pPr algn="l" marL="201168" indent="-20116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84890"/>
              </a:buClr>
              <a:buFont typeface="Arial"/>
              <a:buChar char="•"/>
            </a:pPr>
            <a:r>
              <a:rPr sz="176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가변 길이가 고정보다 평균 3~6%p 높았으나(3천 개, 4회) 배치 처리가 안 돼 3초 고정 채택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125823" y="8298179"/>
            <a:ext cx="8644720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3" name="Connector 42"/>
          <p:cNvCxnSpPr/>
          <p:nvPr/>
        </p:nvCxnSpPr>
        <p:spPr>
          <a:xfrm>
            <a:off x="1125823" y="10140696"/>
            <a:ext cx="8644720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4" name="TextBox 43"/>
          <p:cNvSpPr txBox="1"/>
          <p:nvPr/>
        </p:nvSpPr>
        <p:spPr>
          <a:xfrm>
            <a:off x="10152519" y="3246120"/>
            <a:ext cx="8815603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추가 실험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10152519" y="3959351"/>
          <a:ext cx="8815601" cy="3268980"/>
        </p:xfrm>
        <a:graphic>
          <a:graphicData uri="http://schemas.openxmlformats.org/drawingml/2006/table">
            <a:tbl>
              <a:tblPr/>
              <a:tblGrid>
                <a:gridCol w="3518199"/>
                <a:gridCol w="1507799"/>
                <a:gridCol w="3789603"/>
              </a:tblGrid>
              <a:tr h="65379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실험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Val Acc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</a:tr>
              <a:tr h="65379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기본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0.8452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379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 Duration 정보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0.8464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변동폭 이내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379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 Class Weight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0.8464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채택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</a:tr>
              <a:tr h="65379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마지막 2층 fine-tuning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0.7982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서브샘플 3만, 3 epoch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6" name="Rectangle 45"/>
          <p:cNvSpPr/>
          <p:nvPr/>
        </p:nvSpPr>
        <p:spPr>
          <a:xfrm>
            <a:off x="10152519" y="7525512"/>
            <a:ext cx="8815603" cy="2615184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 wrap="square" lIns="228600" tIns="73152" rIns="228600" bIns="73152">
            <a:noAutofit/>
          </a:bodyPr>
          <a:lstStyle/>
          <a:p>
            <a:pPr algn="l" marL="213741" indent="-213741">
              <a:lnSpc>
                <a:spcPct val="110000"/>
              </a:lnSpc>
              <a:spcBef>
                <a:spcPts val="0"/>
              </a:spcBef>
              <a:spcAft>
                <a:spcPts val="440"/>
              </a:spcAft>
              <a:buClr>
                <a:srgbClr val="284890"/>
              </a:buClr>
              <a:buFont typeface="Arial"/>
              <a:buChar char="•"/>
            </a:pPr>
            <a:r>
              <a:rPr sz="187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오분류: 대원 → 신고자 13,856건, 신고자 → 대원 6,573건 (2배 이상)</a:t>
            </a:r>
          </a:p>
          <a:p>
            <a:pPr algn="l" marL="213741" indent="-213741">
              <a:lnSpc>
                <a:spcPct val="110000"/>
              </a:lnSpc>
              <a:spcBef>
                <a:spcPts val="0"/>
              </a:spcBef>
              <a:spcAft>
                <a:spcPts val="440"/>
              </a:spcAft>
              <a:buClr>
                <a:srgbClr val="284890"/>
              </a:buClr>
              <a:buFont typeface="Arial"/>
              <a:buChar char="•"/>
            </a:pPr>
            <a:r>
              <a:rPr sz="187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오분류된 대원 발화는 평균 1.46초(정분류 1.97초): 3초 패딩과 mean pooling이 짧은 발화를 희석</a:t>
            </a:r>
          </a:p>
          <a:p>
            <a:pPr algn="l" marL="213741" indent="-21374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84890"/>
              </a:buClr>
              <a:buFont typeface="Arial"/>
              <a:buChar char="•"/>
            </a:pPr>
            <a:r>
              <a:rPr sz="187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Class Weight 적용 후 recall 대원 0.78 → 0.81, 신고자 0.90 → 0.87로 격차 완화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152519" y="7525512"/>
            <a:ext cx="881560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8" name="Connector 47"/>
          <p:cNvCxnSpPr/>
          <p:nvPr/>
        </p:nvCxnSpPr>
        <p:spPr>
          <a:xfrm>
            <a:off x="10152519" y="10140696"/>
            <a:ext cx="881560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AST 실험 상세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전체 데이터의 8%만으로 Val F1 0.9034, 순서 정보 미사용도 수치로 검증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125823" y="3246120"/>
          <a:ext cx="10051998" cy="6181344"/>
        </p:xfrm>
        <a:graphic>
          <a:graphicData uri="http://schemas.openxmlformats.org/drawingml/2006/table">
            <a:tbl>
              <a:tblPr/>
              <a:tblGrid>
                <a:gridCol w="2110919"/>
                <a:gridCol w="7941079"/>
              </a:tblGrid>
              <a:tr h="65379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MIT/ast-finetuned-audioset-10-10-0.4593, 전체 fine-tuning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전처리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ASTFeatureExtractor, 8kHz → 16kHz 업샘플링 (원본이 8kHz 전화망 대역)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필터링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50ms 미만 발화 제외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설정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lr 5e-5 고정, AMP, batch 16, Early Stopping (patience 5)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환경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Colab T4, 1 epoch에 10시간 이상 소요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전체의 8% 사용 (train 71,148 / val 8,956)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Rounded Rectangle 40"/>
          <p:cNvSpPr/>
          <p:nvPr/>
        </p:nvSpPr>
        <p:spPr>
          <a:xfrm>
            <a:off x="11660319" y="3246120"/>
            <a:ext cx="3518199" cy="2496312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44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0.9034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Val F1 (발화 단위)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5449922" y="3246120"/>
            <a:ext cx="3518199" cy="2496312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44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0.8946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Val Acc (발화 단위)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660319" y="6099047"/>
            <a:ext cx="7307803" cy="4041648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 wrap="square" lIns="228600" tIns="91440" rIns="228600" bIns="91440">
            <a:noAutofit/>
          </a:bodyPr>
          <a:lstStyle/>
          <a:p>
            <a:pPr algn="l" marL="213741" indent="-213741">
              <a:lnSpc>
                <a:spcPct val="115000"/>
              </a:lnSpc>
              <a:spcBef>
                <a:spcPts val="0"/>
              </a:spcBef>
              <a:spcAft>
                <a:spcPts val="550"/>
              </a:spcAft>
              <a:buClr>
                <a:srgbClr val="284890"/>
              </a:buClr>
              <a:buFont typeface="Arial"/>
              <a:buChar char="•"/>
            </a:pPr>
            <a:r>
              <a:rPr sz="187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홀짝(발화 순서) 베이스라인 0.5077보다 약 38%p 높아 순서가 아닌 음성 정보로 분류함을 확인</a:t>
            </a:r>
          </a:p>
          <a:p>
            <a:pPr algn="l" marL="213741" indent="-213741">
              <a:lnSpc>
                <a:spcPct val="115000"/>
              </a:lnSpc>
              <a:spcBef>
                <a:spcPts val="0"/>
              </a:spcBef>
              <a:spcAft>
                <a:spcPts val="550"/>
              </a:spcAft>
              <a:buClr>
                <a:srgbClr val="284890"/>
              </a:buClr>
              <a:buFont typeface="Arial"/>
              <a:buChar char="•"/>
            </a:pPr>
            <a:r>
              <a:rPr sz="187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Dataset이 오디오 특징, 라벨, call_id만 반환하도록 설계해 순서·위치 정보가 모델에 전달될 경로를 차단</a:t>
            </a:r>
          </a:p>
          <a:p>
            <a:pPr algn="l" marL="213741" indent="-21374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4890"/>
              </a:buClr>
              <a:buFont typeface="Arial"/>
              <a:buChar char="•"/>
            </a:pPr>
            <a:r>
              <a:rPr sz="187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Epoch 1에서 최고, 이후 train loss는 감소하나 val은 정체·하락 (과적합 초입)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1660319" y="6099047"/>
            <a:ext cx="730780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5" name="Connector 44"/>
          <p:cNvCxnSpPr/>
          <p:nvPr/>
        </p:nvCxnSpPr>
        <p:spPr>
          <a:xfrm>
            <a:off x="11660319" y="10140696"/>
            <a:ext cx="730780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초기 설계 확정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4단계 실험으로 기본 설계를 확정했다 (84.77% → 90.47%)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125823" y="3246120"/>
          <a:ext cx="17842295" cy="5408675"/>
        </p:xfrm>
        <a:graphic>
          <a:graphicData uri="http://schemas.openxmlformats.org/drawingml/2006/table">
            <a:tbl>
              <a:tblPr/>
              <a:tblGrid>
                <a:gridCol w="1407279"/>
                <a:gridCol w="1708839"/>
                <a:gridCol w="6383019"/>
                <a:gridCol w="6433279"/>
                <a:gridCol w="1909879"/>
              </a:tblGrid>
              <a:tr h="83210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차수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환경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변경점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 이유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Val Acc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</a:tr>
              <a:tr h="101041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Colab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8kHz, 인코더 4층 제거, 마지막 1층 학습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리샘플링 연산 병목 완화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84.77%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2차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16kHz 복원, 12층 유지 + 마지막 2층만 학습, batch 64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사전학습 조건(16kHz) 일치, 사전학습 층 보존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88.36%*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3차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3층으로 확대, batch 32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층 확대 효과 확인, GPU 공유로 메모리 절감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89.81%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4차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300ms 필터, Attention Pooling, LR Scheduler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정보 없는 발화 제외, 패딩 영향 감소, 후반 정밀 수렴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90.47%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41" name="Rectangle 40"/>
          <p:cNvSpPr/>
          <p:nvPr/>
        </p:nvSpPr>
        <p:spPr>
          <a:xfrm>
            <a:off x="1125823" y="8833104"/>
            <a:ext cx="17842298" cy="1307592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1125823" y="8833104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3" name="Connector 42"/>
          <p:cNvCxnSpPr/>
          <p:nvPr/>
        </p:nvCxnSpPr>
        <p:spPr>
          <a:xfrm>
            <a:off x="1125823" y="10140696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4" name="Rounded Rectangle 43"/>
          <p:cNvSpPr/>
          <p:nvPr/>
        </p:nvSpPr>
        <p:spPr>
          <a:xfrm>
            <a:off x="1427383" y="9219438"/>
            <a:ext cx="1960139" cy="534924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45720" tIns="18288" rIns="45720" bIns="18288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멘토링 반영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89083" y="8833104"/>
            <a:ext cx="14977478" cy="1307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층을 잘라내지 말고 구조는 유지한 채 freeze하라는 조언으로 2차에서 전환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batch 변경은 성능이 아닌 속도에 영향 (Adam optimizer 사용 시 미비한 영향을 줄 수 있다고 하셨지만, 컴퓨팅 자원 한계로 고려 x)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5823" y="10259567"/>
            <a:ext cx="17842298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* 2차는 서버 GPU 오류로 Epoch 4에서 중단된 시점의 값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최종 모델 구조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WavLM-base 12층 + Attention Pooling + 분류기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sp>
        <p:nvSpPr>
          <p:cNvPr id="40" name="Rounded Rectangle 39"/>
          <p:cNvSpPr/>
          <p:nvPr/>
        </p:nvSpPr>
        <p:spPr>
          <a:xfrm>
            <a:off x="1125823" y="3305556"/>
            <a:ext cx="2915079" cy="26746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42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입력 파형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16kHz · 2.5초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(40,000 샘플)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4191683" y="4405121"/>
            <a:ext cx="502599" cy="475488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857628" y="3305556"/>
            <a:ext cx="2915079" cy="26746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42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WavLM 인코더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12층 전체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fine-tuning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7923488" y="4405121"/>
            <a:ext cx="502599" cy="475488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589433" y="3305556"/>
            <a:ext cx="2915079" cy="2674620"/>
          </a:xfrm>
          <a:prstGeom prst="roundRect">
            <a:avLst>
              <a:gd name="adj" fmla="val 11111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42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Attention Pooling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프레임별 중요도로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가중 평균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11655293" y="4405121"/>
            <a:ext cx="502599" cy="475488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2321238" y="3305556"/>
            <a:ext cx="2915079" cy="26746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42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Dropout 0.3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42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+ Linear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발화 벡터 →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2-class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15387097" y="4405121"/>
            <a:ext cx="502599" cy="475488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6053042" y="3305556"/>
            <a:ext cx="2915079" cy="26746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42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화자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0 = 대원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1 = 신고자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5823" y="6336792"/>
            <a:ext cx="8745239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학습 설정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1125823" y="7050024"/>
          <a:ext cx="8745238" cy="3447288"/>
        </p:xfrm>
        <a:graphic>
          <a:graphicData uri="http://schemas.openxmlformats.org/drawingml/2006/table">
            <a:tbl>
              <a:tblPr/>
              <a:tblGrid>
                <a:gridCol w="2512999"/>
                <a:gridCol w="6232239"/>
              </a:tblGrid>
              <a:tr h="59436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설정</a:t>
                      </a:r>
                    </a:p>
                  </a:txBody>
                  <a:tcPr marL="109728" marR="109728" marT="36576" marB="36576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Optimizer / Loss</a:t>
                      </a: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Adam (weight_decay 1e-4) / CrossEntropy</a:t>
                      </a:r>
                    </a:p>
                  </a:txBody>
                  <a:tcPr marL="109728" marR="109728" marT="36576" marB="36576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학습률</a:t>
                      </a: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base 1e-5, 아래 층일수록 ×0.9 감쇠</a:t>
                      </a:r>
                    </a:p>
                  </a:txBody>
                  <a:tcPr marL="109728" marR="109728" marT="36576" marB="36576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스케줄러</a:t>
                      </a: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ReduceLROnPlateau (×0.5, patience 1)</a:t>
                      </a:r>
                    </a:p>
                  </a:txBody>
                  <a:tcPr marL="109728" marR="109728" marT="36576" marB="36576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batch / epoch</a:t>
                      </a: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 / 최대 15, Val Loss 최저 기준 저장</a:t>
                      </a:r>
                    </a:p>
                  </a:txBody>
                  <a:tcPr marL="109728" marR="109728" marT="36576" marB="36576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10353559" y="6336792"/>
            <a:ext cx="8614563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Attention Pooling 핵심 3줄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353559" y="7050024"/>
            <a:ext cx="8614563" cy="3447288"/>
          </a:xfrm>
          <a:prstGeom prst="roundRect">
            <a:avLst>
              <a:gd name="adj" fmla="val 6896"/>
            </a:avLst>
          </a:prstGeom>
          <a:solidFill>
            <a:srgbClr val="284890"/>
          </a:solidFill>
          <a:ln>
            <a:noFill/>
          </a:ln>
        </p:spPr>
        <p:txBody>
          <a:bodyPr rtlCol="0" anchor="ctr" wrap="square" lIns="320040" tIns="182880" rIns="182880" bIns="18288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209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scores  = self.attention(hidden_states)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209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weights = torch.softmax(scores, dim=1)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pooled  = (hidden_states * weights).sum(dim=1)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Attention Pooling 검증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패딩 구간은 무시하고, 발화가 시작되는 지점에 집중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pic>
        <p:nvPicPr>
          <p:cNvPr id="40" name="Picture 39" descr="att7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27383" y="3246120"/>
            <a:ext cx="8041599" cy="299116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125823" y="6895490"/>
            <a:ext cx="8644719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샘플 #7  ·  원본 0.33초, 패딩 86.9%</a:t>
            </a:r>
          </a:p>
        </p:txBody>
      </p:sp>
      <p:pic>
        <p:nvPicPr>
          <p:cNvPr id="42" name="Picture 41" descr="att2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24963" y="3246120"/>
            <a:ext cx="8041599" cy="299475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323403" y="6895490"/>
            <a:ext cx="8644719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샘플 #2  ·  원본 4.65초, 패딩 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25823" y="7644383"/>
            <a:ext cx="8644719" cy="1723644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 wrap="square" lIns="274320" tIns="91440" rIns="274320" bIns="9144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53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패딩 구간 weight ≈ 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실제 목소리가 있는 구간에만 weight가 집중된다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125823" y="7644383"/>
            <a:ext cx="8644720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6" name="Connector 45"/>
          <p:cNvCxnSpPr/>
          <p:nvPr/>
        </p:nvCxnSpPr>
        <p:spPr>
          <a:xfrm>
            <a:off x="1125823" y="9368028"/>
            <a:ext cx="8644720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7" name="Rectangle 46"/>
          <p:cNvSpPr/>
          <p:nvPr/>
        </p:nvSpPr>
        <p:spPr>
          <a:xfrm>
            <a:off x="10323403" y="7644383"/>
            <a:ext cx="8644719" cy="1723644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 wrap="square" lIns="274320" tIns="91440" rIns="274320" bIns="9144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53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음성 뭉치의 시작 지점마다 weight 상승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단어 구간이 시작되는 순간에 반복적으로 높은 weight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323403" y="7644383"/>
            <a:ext cx="864471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9" name="Connector 48"/>
          <p:cNvCxnSpPr/>
          <p:nvPr/>
        </p:nvCxnSpPr>
        <p:spPr>
          <a:xfrm>
            <a:off x="10323403" y="9368028"/>
            <a:ext cx="864471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50" name="Rectangle 49"/>
          <p:cNvSpPr/>
          <p:nvPr/>
        </p:nvSpPr>
        <p:spPr>
          <a:xfrm>
            <a:off x="1125823" y="9605772"/>
            <a:ext cx="17842298" cy="950976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1125823" y="9605772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52" name="Connector 51"/>
          <p:cNvCxnSpPr/>
          <p:nvPr/>
        </p:nvCxnSpPr>
        <p:spPr>
          <a:xfrm>
            <a:off x="1125823" y="10556748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53" name="Rounded Rectangle 52"/>
          <p:cNvSpPr/>
          <p:nvPr/>
        </p:nvSpPr>
        <p:spPr>
          <a:xfrm>
            <a:off x="1427383" y="9813798"/>
            <a:ext cx="1960139" cy="534924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45720" tIns="18288" rIns="45720" bIns="18288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멘토링 반영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89083" y="9605772"/>
            <a:ext cx="14977478" cy="9509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Attention Map으로 검증해 보라는 조언 반영  ·  3층(4차) 모델 기준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레이어 확장 실험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학습하는 층을 늘릴수록 성능이 개선 (90.47% → 93.00%)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graphicFrame>
        <p:nvGraphicFramePr>
          <p:cNvPr id="40" name="Chart 39"/>
          <p:cNvGraphicFramePr>
            <a:graphicFrameLocks noGrp="1"/>
          </p:cNvGraphicFramePr>
          <p:nvPr/>
        </p:nvGraphicFramePr>
        <p:xfrm>
          <a:off x="1125823" y="3246120"/>
          <a:ext cx="10454079" cy="6597396"/>
        </p:xfrm>
        <a:graphic>
          <a:graphicData uri="http://schemas.openxmlformats.org/drawingml/2006/chart">
            <c:chart xmlns:c="http://schemas.openxmlformats.org/drawingml/2006/chart" r:id="rId14"/>
          </a:graphicData>
        </a:graphic>
      </p:graphicFrame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12062399" y="3305556"/>
          <a:ext cx="6905721" cy="3708804"/>
        </p:xfrm>
        <a:graphic>
          <a:graphicData uri="http://schemas.openxmlformats.org/drawingml/2006/table">
            <a:tbl>
              <a:tblPr/>
              <a:tblGrid>
                <a:gridCol w="1809359"/>
                <a:gridCol w="2311959"/>
                <a:gridCol w="2784403"/>
              </a:tblGrid>
              <a:tr h="61813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층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최고 Epoch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증감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</a:tr>
              <a:tr h="61813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3층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813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5층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+0.75%p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813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6층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+0.61%p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813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7층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+0.18%p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813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12층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+0.99%p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12062399" y="7347204"/>
            <a:ext cx="6905723" cy="2793492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 wrap="square" lIns="228600" tIns="91440" rIns="228600" bIns="9144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80"/>
              </a:spcAft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12층  </a:t>
            </a:r>
            <a:r>
              <a:rPr sz="198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층별 학습률 차등(아래 층일수록 lr 감소) 적용, Epoch 13 lr 감소 직후 최고 기록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한계  </a:t>
            </a:r>
            <a:r>
              <a:rPr sz="198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층 수와 lr 차등이 동시에 바뀌어 효과가 분리되지 않음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2062399" y="7347204"/>
            <a:ext cx="690572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4" name="Connector 43"/>
          <p:cNvCxnSpPr/>
          <p:nvPr/>
        </p:nvCxnSpPr>
        <p:spPr>
          <a:xfrm>
            <a:off x="12062399" y="10140696"/>
            <a:ext cx="690572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1125823" y="10176357"/>
            <a:ext cx="10454079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※ 모든 수치는 1회 실행 결과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12층 학습 곡선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15 epoch 동안 train과 val이 함께 올랐고 과적합 신호는 없음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sp>
        <p:nvSpPr>
          <p:cNvPr id="40" name="TextBox 39"/>
          <p:cNvSpPr txBox="1"/>
          <p:nvPr/>
        </p:nvSpPr>
        <p:spPr>
          <a:xfrm>
            <a:off x="1125823" y="3246120"/>
            <a:ext cx="10655119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Epoch별 정확도 (%)</a:t>
            </a:r>
          </a:p>
        </p:txBody>
      </p:sp>
      <p:graphicFrame>
        <p:nvGraphicFramePr>
          <p:cNvPr id="41" name="Chart 40"/>
          <p:cNvGraphicFramePr>
            <a:graphicFrameLocks noGrp="1"/>
          </p:cNvGraphicFramePr>
          <p:nvPr/>
        </p:nvGraphicFramePr>
        <p:xfrm>
          <a:off x="1125823" y="3840480"/>
          <a:ext cx="10655119" cy="6240780"/>
        </p:xfrm>
        <a:graphic>
          <a:graphicData uri="http://schemas.openxmlformats.org/drawingml/2006/chart">
            <c:chart xmlns:c="http://schemas.openxmlformats.org/drawingml/2006/chart" r:id="rId14"/>
          </a:graphicData>
        </a:graphic>
      </p:graphicFrame>
      <p:sp>
        <p:nvSpPr>
          <p:cNvPr id="42" name="Rounded Rectangle 41"/>
          <p:cNvSpPr/>
          <p:nvPr/>
        </p:nvSpPr>
        <p:spPr>
          <a:xfrm>
            <a:off x="12062399" y="3246120"/>
            <a:ext cx="3317159" cy="237744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41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93.00%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Epoch 14 최고 Val Acc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Val Loss 0.1463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5650962" y="3246120"/>
            <a:ext cx="3317159" cy="237744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41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0.12%p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Epoch 14 Train 92.88%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Val 93.00%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062399" y="5920740"/>
            <a:ext cx="6905723" cy="416052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 wrap="square" lIns="228600" tIns="91440" rIns="228600" bIns="91440">
            <a:noAutofit/>
          </a:bodyPr>
          <a:lstStyle/>
          <a:p>
            <a:pPr algn="l" marL="201168" indent="-201168">
              <a:lnSpc>
                <a:spcPct val="110000"/>
              </a:lnSpc>
              <a:spcBef>
                <a:spcPts val="0"/>
              </a:spcBef>
              <a:spcAft>
                <a:spcPts val="550"/>
              </a:spcAft>
              <a:buClr>
                <a:srgbClr val="284890"/>
              </a:buClr>
              <a:buFont typeface="Arial"/>
              <a:buChar char="•"/>
            </a:pPr>
            <a:r>
              <a:rPr sz="176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Epoch 13 종료 시 학습률 감소(1e-5 → 5e-6), 다음 Epoch 14에서 최고 기록</a:t>
            </a:r>
          </a:p>
          <a:p>
            <a:pPr algn="l" marL="201168" indent="-201168">
              <a:lnSpc>
                <a:spcPct val="110000"/>
              </a:lnSpc>
              <a:spcBef>
                <a:spcPts val="0"/>
              </a:spcBef>
              <a:spcAft>
                <a:spcPts val="550"/>
              </a:spcAft>
              <a:buClr>
                <a:srgbClr val="284890"/>
              </a:buClr>
              <a:buFont typeface="Arial"/>
              <a:buChar char="•"/>
            </a:pPr>
            <a:r>
              <a:rPr sz="176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Epoch 15는 92.87%로 소폭 하락, 총 소요 1,214.5분 (약 20.2시간)</a:t>
            </a:r>
          </a:p>
          <a:p>
            <a:pPr algn="l" marL="201168" indent="-20116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84890"/>
              </a:buClr>
              <a:buFont typeface="Arial"/>
              <a:buChar char="•"/>
            </a:pPr>
            <a:r>
              <a:rPr sz="176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저장 기준은 Val Loss 최저이며, 본 학습에서는 Val Acc 최고와 같은 Epoch 14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2062399" y="5920740"/>
            <a:ext cx="690572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6" name="Connector 45"/>
          <p:cNvCxnSpPr/>
          <p:nvPr/>
        </p:nvCxnSpPr>
        <p:spPr>
          <a:xfrm>
            <a:off x="12062399" y="10081259"/>
            <a:ext cx="690572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1125823" y="10176357"/>
            <a:ext cx="10655119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※ Train Acc는 Dropout이 켜진 상태로 epoch 동안 누적한 값이라 실제보다 낮게 나올 수 있음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짧은 발화 병목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오류의 약 90%가 2.5초 이하 발화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sp>
        <p:nvSpPr>
          <p:cNvPr id="40" name="TextBox 39"/>
          <p:cNvSpPr txBox="1"/>
          <p:nvPr/>
        </p:nvSpPr>
        <p:spPr>
          <a:xfrm>
            <a:off x="1125823" y="3246120"/>
            <a:ext cx="8745239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구간별 오류 비중 (%)</a:t>
            </a:r>
          </a:p>
        </p:txBody>
      </p:sp>
      <p:graphicFrame>
        <p:nvGraphicFramePr>
          <p:cNvPr id="41" name="Chart 40"/>
          <p:cNvGraphicFramePr>
            <a:graphicFrameLocks noGrp="1"/>
          </p:cNvGraphicFramePr>
          <p:nvPr/>
        </p:nvGraphicFramePr>
        <p:xfrm>
          <a:off x="1125823" y="3899915"/>
          <a:ext cx="8745239" cy="6181344"/>
        </p:xfrm>
        <a:graphic>
          <a:graphicData uri="http://schemas.openxmlformats.org/drawingml/2006/chart">
            <c:chart xmlns:c="http://schemas.openxmlformats.org/drawingml/2006/chart" r:id="rId14"/>
          </a:graphicData>
        </a:graphic>
      </p:graphicFrame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10253039" y="3305556"/>
          <a:ext cx="8715080" cy="3685030"/>
        </p:xfrm>
        <a:graphic>
          <a:graphicData uri="http://schemas.openxmlformats.org/drawingml/2006/table">
            <a:tbl>
              <a:tblPr/>
              <a:tblGrid>
                <a:gridCol w="2412479"/>
                <a:gridCol w="2010399"/>
                <a:gridCol w="1909879"/>
                <a:gridCol w="2382323"/>
              </a:tblGrid>
              <a:tr h="73700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발화 길이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발화 수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정확도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오류 비중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</a:tr>
              <a:tr h="73700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0~1초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55,787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88.19%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45.3%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</a:tr>
              <a:tr h="73700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1~2.5초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75,022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91.38%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44.5%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</a:tr>
              <a:tr h="73700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2.5~4.2초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28,345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96.26%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7.3%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700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4.2초~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17,630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97.55%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3.0%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" name="Rectangle 42"/>
          <p:cNvSpPr/>
          <p:nvPr/>
        </p:nvSpPr>
        <p:spPr>
          <a:xfrm>
            <a:off x="10253039" y="7347204"/>
            <a:ext cx="8715083" cy="2734056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 wrap="square" lIns="274320" tIns="91440" rIns="274320" bIns="91440">
            <a:noAutofit/>
          </a:bodyPr>
          <a:lstStyle/>
          <a:p>
            <a:pPr algn="l" marL="226314" indent="-226314">
              <a:lnSpc>
                <a:spcPct val="115000"/>
              </a:lnSpc>
              <a:spcBef>
                <a:spcPts val="0"/>
              </a:spcBef>
              <a:spcAft>
                <a:spcPts val="550"/>
              </a:spcAft>
              <a:buClr>
                <a:srgbClr val="284890"/>
              </a:buClr>
              <a:buFont typeface="Arial"/>
              <a:buChar char="•"/>
            </a:pPr>
            <a:r>
              <a:rPr sz="198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2.5초 이하 발화는 전체의 약 74%이지만 오류의 89.8%를 차지</a:t>
            </a:r>
          </a:p>
          <a:p>
            <a:pPr algn="l" marL="226314" indent="-226314">
              <a:lnSpc>
                <a:spcPct val="115000"/>
              </a:lnSpc>
              <a:spcBef>
                <a:spcPts val="0"/>
              </a:spcBef>
              <a:spcAft>
                <a:spcPts val="550"/>
              </a:spcAft>
              <a:buClr>
                <a:srgbClr val="284890"/>
              </a:buClr>
              <a:buFont typeface="Arial"/>
              <a:buChar char="•"/>
            </a:pPr>
            <a:r>
              <a:rPr sz="198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팀원의 4.2초 모델 분석에서도 오류의 약 91%가 2.5초 이하</a:t>
            </a:r>
          </a:p>
          <a:p>
            <a:pPr algn="l" marL="226314" indent="-22631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4890"/>
              </a:buClr>
              <a:buFont typeface="Arial"/>
              <a:buChar char="•"/>
            </a:pPr>
            <a:r>
              <a:rPr sz="198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12층 모델도 같은 경향: 0~1초 90.39% vs 4.2초~ 98.13%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0253039" y="7347204"/>
            <a:ext cx="871508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5" name="Connector 44"/>
          <p:cNvCxnSpPr/>
          <p:nvPr/>
        </p:nvCxnSpPr>
        <p:spPr>
          <a:xfrm>
            <a:off x="10253039" y="10081259"/>
            <a:ext cx="871508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6" name="TextBox 45"/>
          <p:cNvSpPr txBox="1"/>
          <p:nvPr/>
        </p:nvSpPr>
        <p:spPr>
          <a:xfrm>
            <a:off x="1125823" y="10176357"/>
            <a:ext cx="9046799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※ 6층 모델(91.83%) 기준 분석. 6층 체크포인트는 소실되어 분석 결과 기록만 남음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짧은 발화 개선 시도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입력·학습 방식 조정으로는 짧은 발화 문제를 해결하지 못함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125823" y="3246120"/>
          <a:ext cx="17842297" cy="5765290"/>
        </p:xfrm>
        <a:graphic>
          <a:graphicData uri="http://schemas.openxmlformats.org/drawingml/2006/table">
            <a:tbl>
              <a:tblPr/>
              <a:tblGrid>
                <a:gridCol w="4724439"/>
                <a:gridCol w="3719239"/>
                <a:gridCol w="9398619"/>
              </a:tblGrid>
              <a:tr h="73700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시도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판단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</a:tr>
              <a:tr h="97475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짧은 발화 증강 (6층)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91.83% → 91.41%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미채택: 목표 구간 개선 없음, 대원 recall 0.88 → 0.865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2928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duration 4.2초 (3층)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90.47% → 91.00%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미채택: 학습 81 → 145분/epoch, 오류의 91%가 2.5초 이하라 병목과 무관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7475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가변 길이 bucketing (7층)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0.9127</a:t>
                      </a: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(7층 2.5초 0.9201)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미채택: 긴 발화는 개선, 짧은 발화(~1초)는 -1.9%p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7475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짧은 발화 loss 가중치 2배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0.9074</a:t>
                      </a: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(4차 0.9047)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미채택: +0.27%p로 재현 편차 수준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7475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패딩 마스킹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0.9100 → 0.9104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미채택: 변화 없음, 패딩이 주원인이 아님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Rectangle 40"/>
          <p:cNvSpPr/>
          <p:nvPr/>
        </p:nvSpPr>
        <p:spPr>
          <a:xfrm>
            <a:off x="1125823" y="9486900"/>
            <a:ext cx="17842298" cy="1010412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1125823" y="9486900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3" name="Connector 42"/>
          <p:cNvCxnSpPr/>
          <p:nvPr/>
        </p:nvCxnSpPr>
        <p:spPr>
          <a:xfrm>
            <a:off x="1125823" y="10497311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4" name="Rounded Rectangle 43"/>
          <p:cNvSpPr/>
          <p:nvPr/>
        </p:nvSpPr>
        <p:spPr>
          <a:xfrm>
            <a:off x="1427383" y="9724643"/>
            <a:ext cx="1960139" cy="534924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45720" tIns="18288" rIns="45720" bIns="18288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멘토링 반영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89083" y="9486900"/>
            <a:ext cx="14977478" cy="10104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길이별 가변 패딩은 허용된다는 답변으로 bucketing 실험 수행  ·  결론: 원인을 데이터에서 찾기로 함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증강 실험 상세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짧은 발화를 더 학습시켜도 목표 구간은 개선 없음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sp>
        <p:nvSpPr>
          <p:cNvPr id="40" name="Rectangle 39"/>
          <p:cNvSpPr/>
          <p:nvPr/>
        </p:nvSpPr>
        <p:spPr>
          <a:xfrm>
            <a:off x="1125823" y="3246120"/>
            <a:ext cx="7639519" cy="4695444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 wrap="square" lIns="274320" tIns="91440" rIns="274320" bIns="91440">
            <a:noAutofit/>
          </a:bodyPr>
          <a:lstStyle/>
          <a:p>
            <a:pPr algn="l" marL="213741" indent="-213741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187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재료: 2.5초 이상 발화에서 구간을 잘라 새 샘플로 추가</a:t>
            </a:r>
          </a:p>
          <a:p>
            <a:pPr algn="l" marL="213741" indent="-213741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187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길이: 0.3~1.0초 50%, 1.0~2.5초 50% (균등 배분), 위치는 발화 내 랜덤</a:t>
            </a:r>
          </a:p>
          <a:p>
            <a:pPr algn="l" marL="213741" indent="-213741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187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규모: train 703,394 → 약 886,700 (+약 26%), 6층 기준 15 epoch</a:t>
            </a:r>
          </a:p>
          <a:p>
            <a:pPr algn="l" marL="213741" indent="-21374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4890"/>
              </a:buClr>
              <a:buFont typeface="Arial"/>
              <a:buChar char="•"/>
            </a:pPr>
            <a:r>
              <a:rPr sz="187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해석: 잘라 만든 인위적 짧은 발화가 자연스러운 짧은 발화와 다르거나 화자 분포가 치우쳤을 가능성 (미확인)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125823" y="3246120"/>
            <a:ext cx="7639520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2" name="Connector 41"/>
          <p:cNvCxnSpPr/>
          <p:nvPr/>
        </p:nvCxnSpPr>
        <p:spPr>
          <a:xfrm>
            <a:off x="1125823" y="7941564"/>
            <a:ext cx="7639520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3" name="TextBox 42"/>
          <p:cNvSpPr txBox="1"/>
          <p:nvPr/>
        </p:nvSpPr>
        <p:spPr>
          <a:xfrm>
            <a:off x="9247839" y="3246120"/>
            <a:ext cx="9720283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증강 전 / 후 구간별 정확도 (%)</a:t>
            </a:r>
          </a:p>
        </p:txBody>
      </p:sp>
      <p:graphicFrame>
        <p:nvGraphicFramePr>
          <p:cNvPr id="44" name="Chart 43"/>
          <p:cNvGraphicFramePr>
            <a:graphicFrameLocks noGrp="1"/>
          </p:cNvGraphicFramePr>
          <p:nvPr/>
        </p:nvGraphicFramePr>
        <p:xfrm>
          <a:off x="9247839" y="3840480"/>
          <a:ext cx="9720283" cy="4160520"/>
        </p:xfrm>
        <a:graphic>
          <a:graphicData uri="http://schemas.openxmlformats.org/drawingml/2006/chart">
            <c:chart xmlns:c="http://schemas.openxmlformats.org/drawingml/2006/chart" r:id="rId14"/>
          </a:graphicData>
        </a:graphic>
      </p:graphicFrame>
      <p:sp>
        <p:nvSpPr>
          <p:cNvPr id="45" name="Rounded Rectangle 44"/>
          <p:cNvSpPr/>
          <p:nvPr/>
        </p:nvSpPr>
        <p:spPr>
          <a:xfrm>
            <a:off x="1125823" y="8179308"/>
            <a:ext cx="5679379" cy="1842516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33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91.83% → 91.41%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전체 Val Acc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07283" y="8179308"/>
            <a:ext cx="5679379" cy="1842516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33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88.19% → 87.61%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0~1초 정확도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3288742" y="8179308"/>
            <a:ext cx="5679379" cy="1842516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33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0.88 → 0.865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대원 recall (신고자 0.95 → 0.959)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5823" y="10176357"/>
            <a:ext cx="17842298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※ 학습 로그 최고값은 91.48%(Epoch 14), 저장 체크포인트 재평가 값은 91.41%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duration·패딩 계열 실험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입력 길이와 패딩 처리를 바꿔도 개선은 +0.5%p 안팎에 그침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125823" y="3246120"/>
          <a:ext cx="17842296" cy="5646420"/>
        </p:xfrm>
        <a:graphic>
          <a:graphicData uri="http://schemas.openxmlformats.org/drawingml/2006/table">
            <a:tbl>
              <a:tblPr/>
              <a:tblGrid>
                <a:gridCol w="3317159"/>
                <a:gridCol w="4623919"/>
                <a:gridCol w="4523399"/>
                <a:gridCol w="5377819"/>
              </a:tblGrid>
              <a:tr h="71323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실험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설정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해석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</a:tr>
              <a:tr h="160477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duration 4.2초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WavLM 3층, 입력 2.5초 → 4.2초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91.00% (4차 90.47% 대비 +0.53%p)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epoch당 145분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긴 발화는 개선, 짧은 구간(~1초)은 86.9%로 6층(88.19%)보다 낮음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패딩 마스킹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4.2초 + 패딩 구간을 모델이 보지 않게 처리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0.9100 → 0.9104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패딩이 주원인이 아님. 오류 11건 청취: 9건은 ‘네/예’ 공통 응답, 2건은 라벨 오류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짧은 발화 loss 가중치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2.5초 + 패딩 마스킹 + ~1초 발화 loss 2배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0.9074 (4차 0.9047 대비 +0.27%p)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재현 편차 수준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가변 길이 bucketing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7층, 길이별 다른 패딩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0.9127 (Epoch 8)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긴 발화는 개선, 짧은 발화(~1초) -1.9%p로 상쇄. 7층+2.5초(0.9201)보다 낮음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Rectangle 40"/>
          <p:cNvSpPr/>
          <p:nvPr/>
        </p:nvSpPr>
        <p:spPr>
          <a:xfrm>
            <a:off x="1125823" y="9249156"/>
            <a:ext cx="17842298" cy="1010412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1125823" y="9249156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3" name="Connector 42"/>
          <p:cNvCxnSpPr/>
          <p:nvPr/>
        </p:nvCxnSpPr>
        <p:spPr>
          <a:xfrm>
            <a:off x="1125823" y="10259567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4" name="Rounded Rectangle 43"/>
          <p:cNvSpPr/>
          <p:nvPr/>
        </p:nvSpPr>
        <p:spPr>
          <a:xfrm>
            <a:off x="1427383" y="9486900"/>
            <a:ext cx="1960139" cy="534924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45720" tIns="18288" rIns="45720" bIns="18288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멘토링 반영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89083" y="9249156"/>
            <a:ext cx="14977478" cy="10104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길이별 가변 패딩은 허용된다는 답변으로 bucketing 수행 (근거를 논리적으로 서술할 것)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5823" y="10378439"/>
            <a:ext cx="17842298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※ 이 네 실험은 팀원(연서) 담당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앙상블 검토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전체는 소폭 올랐지만, 가장 어려운 구간이 나빠지는 양상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125823" y="3305556"/>
          <a:ext cx="10454076" cy="4849974"/>
        </p:xfrm>
        <a:graphic>
          <a:graphicData uri="http://schemas.openxmlformats.org/drawingml/2006/table">
            <a:tbl>
              <a:tblPr/>
              <a:tblGrid>
                <a:gridCol w="2915079"/>
                <a:gridCol w="2512999"/>
                <a:gridCol w="2512999"/>
                <a:gridCol w="2512999"/>
              </a:tblGrid>
              <a:tr h="80832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발화 길이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12층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ECAPA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앙상블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</a:tr>
              <a:tr h="80832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0~1초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90.39%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88.35%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90.26%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</a:tr>
              <a:tr h="80832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1~2.5초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92.26%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91.57%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92.35%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832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2.5~4.2초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96.90%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96.88%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97.08%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832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4.2초~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98.13%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98.27%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98.58%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832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93.00%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92.07%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93.15%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41" name="Rounded Rectangle 40"/>
          <p:cNvSpPr/>
          <p:nvPr/>
        </p:nvSpPr>
        <p:spPr>
          <a:xfrm>
            <a:off x="12062399" y="3305556"/>
            <a:ext cx="3216639" cy="2793492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48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81.7%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12층 오답 중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ECAPA와 겹침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5530338" y="3305556"/>
            <a:ext cx="3437783" cy="2793492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48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-0.13%p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0~1초 구간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앙상블 증감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062399" y="6455664"/>
            <a:ext cx="6905723" cy="178308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 wrap="square" lIns="228600" tIns="91440" rIns="228600" bIns="9144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31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제출 방식과 상충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--ckpt_path 하나, 1회 실행 → 체크포인트 2개와 서로 다른 라이브러리가 필요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2062399" y="6455664"/>
            <a:ext cx="690572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5" name="Connector 44"/>
          <p:cNvCxnSpPr/>
          <p:nvPr/>
        </p:nvCxnSpPr>
        <p:spPr>
          <a:xfrm>
            <a:off x="12062399" y="8238744"/>
            <a:ext cx="690572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6" name="Rounded Rectangle 45"/>
          <p:cNvSpPr/>
          <p:nvPr/>
        </p:nvSpPr>
        <p:spPr>
          <a:xfrm>
            <a:off x="1125823" y="8535924"/>
            <a:ext cx="17842298" cy="832103"/>
          </a:xfrm>
          <a:prstGeom prst="roundRect">
            <a:avLst>
              <a:gd name="adj" fmla="val 35714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rtlCol="0" anchor="ctr" wrap="square" lIns="365760" rIns="36576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2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전체 Acc는 올랐지만, ECAPA 또한 WavLM에서 막히는 부분과 동일하게 막힘 (오히려 낮은 수치)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25823" y="9605772"/>
            <a:ext cx="17842298" cy="950976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1125823" y="9605772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9" name="Connector 48"/>
          <p:cNvCxnSpPr/>
          <p:nvPr/>
        </p:nvCxnSpPr>
        <p:spPr>
          <a:xfrm>
            <a:off x="1125823" y="10556748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50" name="Rounded Rectangle 49"/>
          <p:cNvSpPr/>
          <p:nvPr/>
        </p:nvSpPr>
        <p:spPr>
          <a:xfrm>
            <a:off x="1427383" y="9813798"/>
            <a:ext cx="1960139" cy="534924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45720" tIns="18288" rIns="45720" bIns="18288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멘토링 반영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89083" y="9605772"/>
            <a:ext cx="14977478" cy="9509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앙상블은 마지막 단계에서 시도하라는 조언 반영  ·  자체 val 기준, 가중치 0.6 : 0.4는 세밀 튜닝 없음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최종 성능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공식 Validation 기준 92.64%, 짧은 구간이 병목으로 남음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sp>
        <p:nvSpPr>
          <p:cNvPr id="40" name="Rounded Rectangle 39"/>
          <p:cNvSpPr/>
          <p:nvPr/>
        </p:nvSpPr>
        <p:spPr>
          <a:xfrm>
            <a:off x="1125823" y="3305556"/>
            <a:ext cx="4422879" cy="326898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55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93.00%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자체 분할 val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발화 조각 176,784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880419" y="3305556"/>
            <a:ext cx="4422879" cy="3268980"/>
          </a:xfrm>
          <a:prstGeom prst="roundRect">
            <a:avLst>
              <a:gd name="adj" fmla="val 9090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5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92.64%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공식 Validation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발화 조각 110,743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25823" y="6990588"/>
            <a:ext cx="9177475" cy="3150108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 wrap="square" lIns="274320" tIns="91440" rIns="274320" bIns="91440">
            <a:noAutofit/>
          </a:bodyPr>
          <a:lstStyle/>
          <a:p>
            <a:pPr algn="l" marL="226314" indent="-226314">
              <a:lnSpc>
                <a:spcPct val="115000"/>
              </a:lnSpc>
              <a:spcBef>
                <a:spcPts val="0"/>
              </a:spcBef>
              <a:spcAft>
                <a:spcPts val="550"/>
              </a:spcAft>
              <a:buClr>
                <a:srgbClr val="284890"/>
              </a:buClr>
              <a:buFont typeface="Arial"/>
              <a:buChar char="•"/>
            </a:pPr>
            <a:r>
              <a:rPr sz="198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자체 val 93.00%와 공식 Validation 92.64%의 격차는 0.36%p</a:t>
            </a:r>
          </a:p>
          <a:p>
            <a:pPr algn="l" marL="226314" indent="-226314">
              <a:lnSpc>
                <a:spcPct val="115000"/>
              </a:lnSpc>
              <a:spcBef>
                <a:spcPts val="0"/>
              </a:spcBef>
              <a:spcAft>
                <a:spcPts val="550"/>
              </a:spcAft>
              <a:buClr>
                <a:srgbClr val="284890"/>
              </a:buClr>
              <a:buFont typeface="Arial"/>
              <a:buChar char="•"/>
            </a:pPr>
            <a:r>
              <a:rPr sz="198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마스킹 비율은 12.19% vs 12.35%로 거의 같아 원인이 아님</a:t>
            </a:r>
          </a:p>
          <a:p>
            <a:pPr algn="l" marL="226314" indent="-22631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4890"/>
              </a:buClr>
              <a:buFont typeface="Arial"/>
              <a:buChar char="•"/>
            </a:pPr>
            <a:r>
              <a:rPr sz="198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자체 val은 체크포인트 선정에 쓰였으므로, 선정에 쓰이지 않은 공식 Validation 수치를 대표 성능으로 사용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125823" y="6990588"/>
            <a:ext cx="9177476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4" name="Connector 43"/>
          <p:cNvCxnSpPr/>
          <p:nvPr/>
        </p:nvCxnSpPr>
        <p:spPr>
          <a:xfrm>
            <a:off x="1125823" y="10140696"/>
            <a:ext cx="9177476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10856159" y="3246120"/>
            <a:ext cx="8111963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12층 구간별 정확도 (자체 val)</a:t>
            </a:r>
          </a:p>
        </p:txBody>
      </p:sp>
      <p:graphicFrame>
        <p:nvGraphicFramePr>
          <p:cNvPr id="46" name="Chart 45"/>
          <p:cNvGraphicFramePr>
            <a:graphicFrameLocks noGrp="1"/>
          </p:cNvGraphicFramePr>
          <p:nvPr/>
        </p:nvGraphicFramePr>
        <p:xfrm>
          <a:off x="10856159" y="3899915"/>
          <a:ext cx="8111963" cy="6181344"/>
        </p:xfrm>
        <a:graphic>
          <a:graphicData uri="http://schemas.openxmlformats.org/drawingml/2006/chart">
            <c:chart xmlns:c="http://schemas.openxmlformats.org/drawingml/2006/chart" r:id="rId14"/>
          </a:graphicData>
        </a:graphic>
      </p:graphicFrame>
      <p:sp>
        <p:nvSpPr>
          <p:cNvPr id="47" name="TextBox 46"/>
          <p:cNvSpPr txBox="1"/>
          <p:nvPr/>
        </p:nvSpPr>
        <p:spPr>
          <a:xfrm>
            <a:off x="1125823" y="10176357"/>
            <a:ext cx="9247839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※ 격차의 통계적 유의성은 통화 단위로 검증하지 않음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오류 분석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대원을 신고자로 틀리는 오류가 3.9배 많음 (6,486 vs 1,665)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sp>
        <p:nvSpPr>
          <p:cNvPr id="40" name="TextBox 39"/>
          <p:cNvSpPr txBox="1"/>
          <p:nvPr/>
        </p:nvSpPr>
        <p:spPr>
          <a:xfrm>
            <a:off x="1125823" y="3246120"/>
            <a:ext cx="9046799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Confusion Matrix (공식 Validation)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67419" y="3959351"/>
            <a:ext cx="3467939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예측 = 대원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35879" y="3959351"/>
            <a:ext cx="3467939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예측 = 신고자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5823" y="4672584"/>
            <a:ext cx="2110919" cy="21991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실제 = 대원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5823" y="6990588"/>
            <a:ext cx="2110919" cy="21991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실제 = 신고자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67419" y="4672584"/>
            <a:ext cx="3467939" cy="2199132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9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46,737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35879" y="4672584"/>
            <a:ext cx="3467939" cy="2199132"/>
          </a:xfrm>
          <a:prstGeom prst="rect">
            <a:avLst/>
          </a:prstGeom>
          <a:solidFill>
            <a:srgbClr val="A9BFE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9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6,486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67419" y="6990588"/>
            <a:ext cx="3467939" cy="2199132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9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1,665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35879" y="6990588"/>
            <a:ext cx="3467939" cy="2199132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9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55,855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11057199" y="3305556"/>
          <a:ext cx="7910921" cy="2948024"/>
        </p:xfrm>
        <a:graphic>
          <a:graphicData uri="http://schemas.openxmlformats.org/drawingml/2006/table">
            <a:tbl>
              <a:tblPr/>
              <a:tblGrid>
                <a:gridCol w="2512999"/>
                <a:gridCol w="2613519"/>
                <a:gridCol w="2784403"/>
              </a:tblGrid>
              <a:tr h="73700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대원(0)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신고자(1)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</a:tr>
              <a:tr h="73700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precision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0.97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0.90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700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recall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0.88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0.97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700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support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53,223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57,520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Rectangle 49"/>
          <p:cNvSpPr/>
          <p:nvPr/>
        </p:nvSpPr>
        <p:spPr>
          <a:xfrm>
            <a:off x="11057199" y="6693407"/>
            <a:ext cx="7910923" cy="3447288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 wrap="square" lIns="274320" tIns="91440" rIns="274320" bIns="91440">
            <a:noAutofit/>
          </a:bodyPr>
          <a:lstStyle/>
          <a:p>
            <a:pPr algn="l" marL="226314" indent="-226314">
              <a:lnSpc>
                <a:spcPct val="120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198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대원 recall 저하와 신고자 precision 저하는 같은 오류(대원을 신고자로 예측)를 두 방향에서 본 것</a:t>
            </a:r>
          </a:p>
          <a:p>
            <a:pPr algn="l" marL="226314" indent="-22631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84890"/>
              </a:buClr>
              <a:buFont typeface="Arial"/>
              <a:buChar char="•"/>
            </a:pPr>
            <a:r>
              <a:rPr sz="198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팀원의 ResNet34, Wav2Vec2에서도 같은 방향의 비대칭이 관찰됨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1057199" y="6693407"/>
            <a:ext cx="791092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52" name="Connector 51"/>
          <p:cNvCxnSpPr/>
          <p:nvPr/>
        </p:nvCxnSpPr>
        <p:spPr>
          <a:xfrm>
            <a:off x="11057199" y="10140696"/>
            <a:ext cx="791092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53" name="TextBox 52"/>
          <p:cNvSpPr txBox="1"/>
          <p:nvPr/>
        </p:nvSpPr>
        <p:spPr>
          <a:xfrm>
            <a:off x="1125823" y="10176357"/>
            <a:ext cx="9247839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※ 12층 모델, 공식 Validation(3,640통화) 기준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원인 가설 검증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가설 세 개를 순서대로 검증해 기각하거나 확정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sp>
        <p:nvSpPr>
          <p:cNvPr id="40" name="Rounded Rectangle 39"/>
          <p:cNvSpPr/>
          <p:nvPr/>
        </p:nvSpPr>
        <p:spPr>
          <a:xfrm>
            <a:off x="1125823" y="3364991"/>
            <a:ext cx="5679379" cy="6775704"/>
          </a:xfrm>
          <a:prstGeom prst="roundRect">
            <a:avLst>
              <a:gd name="adj" fmla="val 4424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125823" y="3364991"/>
            <a:ext cx="5679379" cy="1842516"/>
          </a:xfrm>
          <a:prstGeom prst="roundRect">
            <a:avLst>
              <a:gd name="adj" fmla="val 16129"/>
            </a:avLst>
          </a:prstGeom>
          <a:solidFill>
            <a:srgbClr val="D6E6F5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209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가설 1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클래스 불균형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77643" y="5504688"/>
            <a:ext cx="4975739" cy="3090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76606" indent="-276606">
              <a:lnSpc>
                <a:spcPct val="120000"/>
              </a:lnSpc>
              <a:spcBef>
                <a:spcPts val="0"/>
              </a:spcBef>
              <a:spcAft>
                <a:spcPts val="1320"/>
              </a:spcAft>
              <a:buClr>
                <a:srgbClr val="284890"/>
              </a:buClr>
              <a:buFont typeface="Arial"/>
              <a:buChar char="•"/>
            </a:pPr>
            <a:r>
              <a:rPr sz="242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train 대원 48.0% : 신고자 52.0%</a:t>
            </a:r>
          </a:p>
          <a:p>
            <a:pPr algn="l" marL="276606" indent="-276606">
              <a:lnSpc>
                <a:spcPct val="120000"/>
              </a:lnSpc>
              <a:spcBef>
                <a:spcPts val="0"/>
              </a:spcBef>
              <a:spcAft>
                <a:spcPts val="1320"/>
              </a:spcAft>
              <a:buClr>
                <a:srgbClr val="284890"/>
              </a:buClr>
              <a:buFont typeface="Arial"/>
              <a:buChar char="•"/>
            </a:pPr>
            <a:r>
              <a:rPr sz="242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4%p 차이로는 9%p 격차를 설명할 수 없음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859793" y="8833104"/>
            <a:ext cx="2211439" cy="832103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lIns="45720" tIns="18288" rIns="45720" bIns="18288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기각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207283" y="3364991"/>
            <a:ext cx="5679379" cy="6775704"/>
          </a:xfrm>
          <a:prstGeom prst="roundRect">
            <a:avLst>
              <a:gd name="adj" fmla="val 4424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207283" y="3364991"/>
            <a:ext cx="5679379" cy="1842516"/>
          </a:xfrm>
          <a:prstGeom prst="roundRect">
            <a:avLst>
              <a:gd name="adj" fmla="val 16129"/>
            </a:avLst>
          </a:prstGeom>
          <a:solidFill>
            <a:srgbClr val="D6E6F5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209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가설 2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발화 길이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59103" y="5504688"/>
            <a:ext cx="4975739" cy="3090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76606" indent="-276606">
              <a:lnSpc>
                <a:spcPct val="120000"/>
              </a:lnSpc>
              <a:spcBef>
                <a:spcPts val="0"/>
              </a:spcBef>
              <a:spcAft>
                <a:spcPts val="1320"/>
              </a:spcAft>
              <a:buClr>
                <a:srgbClr val="284890"/>
              </a:buClr>
              <a:buFont typeface="Arial"/>
              <a:buChar char="•"/>
            </a:pPr>
            <a:r>
              <a:rPr sz="242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대원이 평균 0.30초 짧음 (t=-30.03, p&lt;0.001)</a:t>
            </a:r>
          </a:p>
          <a:p>
            <a:pPr algn="l" marL="276606" indent="-276606">
              <a:lnSpc>
                <a:spcPct val="120000"/>
              </a:lnSpc>
              <a:spcBef>
                <a:spcPts val="0"/>
              </a:spcBef>
              <a:spcAft>
                <a:spcPts val="1320"/>
              </a:spcAft>
              <a:buClr>
                <a:srgbClr val="284890"/>
              </a:buClr>
              <a:buFont typeface="Arial"/>
              <a:buChar char="•"/>
            </a:pPr>
            <a:r>
              <a:rPr sz="242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1.5~2.5초로 통제해도 대원 0.8907 / 신고자 0.9801로 격차 그대로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41253" y="8833104"/>
            <a:ext cx="2211439" cy="832103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lIns="45720" tIns="18288" rIns="45720" bIns="18288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기각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3288742" y="3364991"/>
            <a:ext cx="5679379" cy="6775704"/>
          </a:xfrm>
          <a:prstGeom prst="roundRect">
            <a:avLst>
              <a:gd name="adj" fmla="val 4424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3288742" y="3364991"/>
            <a:ext cx="5679379" cy="1842516"/>
          </a:xfrm>
          <a:prstGeom prst="roundRect">
            <a:avLst>
              <a:gd name="adj" fmla="val 16129"/>
            </a:avLst>
          </a:prstGeom>
          <a:solidFill>
            <a:srgbClr val="284890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209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가설 3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개인정보 비식별화 구간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640562" y="5504688"/>
            <a:ext cx="4975739" cy="3090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76606" indent="-276606">
              <a:lnSpc>
                <a:spcPct val="120000"/>
              </a:lnSpc>
              <a:spcBef>
                <a:spcPts val="0"/>
              </a:spcBef>
              <a:spcAft>
                <a:spcPts val="1320"/>
              </a:spcAft>
              <a:buClr>
                <a:srgbClr val="284890"/>
              </a:buClr>
              <a:buFont typeface="Arial"/>
              <a:buChar char="•"/>
            </a:pPr>
            <a:r>
              <a:rPr sz="242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대원 오판의 85.6%가 포함 (대원 전체 중 7.6%)</a:t>
            </a:r>
          </a:p>
          <a:p>
            <a:pPr algn="l" marL="276606" indent="-276606">
              <a:lnSpc>
                <a:spcPct val="120000"/>
              </a:lnSpc>
              <a:spcBef>
                <a:spcPts val="0"/>
              </a:spcBef>
              <a:spcAft>
                <a:spcPts val="1320"/>
              </a:spcAft>
              <a:buClr>
                <a:srgbClr val="284890"/>
              </a:buClr>
              <a:buFont typeface="Arial"/>
              <a:buChar char="•"/>
            </a:pPr>
            <a:r>
              <a:rPr sz="242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길이를 통제해도 recall 0% vs 97.4%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5022712" y="8833104"/>
            <a:ext cx="2211439" cy="832103"/>
          </a:xfrm>
          <a:prstGeom prst="roundRect">
            <a:avLst>
              <a:gd name="adj" fmla="val 42857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rtlCol="0" anchor="ctr" wrap="square" lIns="45720" tIns="18288" rIns="45720" bIns="18288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확정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핵심 발견: 개인정보 구간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개인정보 구간에서는 대원 발화가 거의 전부 신고자로 오판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sp>
        <p:nvSpPr>
          <p:cNvPr id="40" name="TextBox 39"/>
          <p:cNvSpPr txBox="1"/>
          <p:nvPr/>
        </p:nvSpPr>
        <p:spPr>
          <a:xfrm>
            <a:off x="1125823" y="3246120"/>
            <a:ext cx="8443679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정상 발화 (정규화 파형)</a:t>
            </a:r>
          </a:p>
        </p:txBody>
      </p:sp>
      <p:pic>
        <p:nvPicPr>
          <p:cNvPr id="41" name="Picture 40" descr="normal_wav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25823" y="3840480"/>
            <a:ext cx="8443679" cy="134667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125823" y="6039612"/>
            <a:ext cx="8443679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[개인정보] 구간 (정규화 파형)</a:t>
            </a:r>
          </a:p>
        </p:txBody>
      </p:sp>
      <p:pic>
        <p:nvPicPr>
          <p:cNvPr id="43" name="Picture 42" descr="masked_wav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25823" y="6633971"/>
            <a:ext cx="8443679" cy="1914666"/>
          </a:xfrm>
          <a:prstGeom prst="rect">
            <a:avLst/>
          </a:prstGeom>
        </p:spPr>
      </p:pic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10051999" y="3305556"/>
          <a:ext cx="8916122" cy="4671668"/>
        </p:xfrm>
        <a:graphic>
          <a:graphicData uri="http://schemas.openxmlformats.org/drawingml/2006/table">
            <a:tbl>
              <a:tblPr/>
              <a:tblGrid>
                <a:gridCol w="3920279"/>
                <a:gridCol w="4995843"/>
              </a:tblGrid>
              <a:tr h="65379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비교</a:t>
                      </a: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109728" marR="109728" marT="36576" marB="36576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</a:tr>
              <a:tr h="73700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대원 오판 중 [개인정보] 포함</a:t>
                      </a: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85.6%  (1,220 / 1,426)</a:t>
                      </a:r>
                    </a:p>
                  </a:txBody>
                  <a:tcPr marL="109728" marR="109728" marT="36576" marB="36576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700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대원 전체 중 포함</a:t>
                      </a: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7.6%  (같은 구간, 샘플 500개)</a:t>
                      </a:r>
                    </a:p>
                  </a:txBody>
                  <a:tcPr marL="109728" marR="109728" marT="36576" marB="36576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6984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1.0~2.0초 통제, 대원</a:t>
                      </a: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포함 recall 0.0000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미포함 0.9741</a:t>
                      </a:r>
                    </a:p>
                  </a:txBody>
                  <a:tcPr marL="109728" marR="109728" marT="36576" marB="36576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700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대원</a:t>
                      </a: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포함 0.0735 / 미포함 0.9682</a:t>
                      </a:r>
                    </a:p>
                  </a:txBody>
                  <a:tcPr marL="109728" marR="109728" marT="36576" marB="36576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700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신고자</a:t>
                      </a: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포함 0.9592 / 미포함 0.9730</a:t>
                      </a:r>
                    </a:p>
                  </a:txBody>
                  <a:tcPr marL="109728" marR="109728" marT="36576" marB="36576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Rectangle 44"/>
          <p:cNvSpPr/>
          <p:nvPr/>
        </p:nvSpPr>
        <p:spPr>
          <a:xfrm>
            <a:off x="10051999" y="8238744"/>
            <a:ext cx="8916123" cy="1961388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 wrap="square" lIns="274320" tIns="73152" rIns="274320" bIns="73152">
            <a:noAutofit/>
          </a:bodyPr>
          <a:lstStyle/>
          <a:p>
            <a:pPr algn="l" marL="213741" indent="-213741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  <a:buClr>
                <a:srgbClr val="284890"/>
              </a:buClr>
              <a:buFont typeface="Arial"/>
              <a:buChar char="•"/>
            </a:pPr>
            <a:r>
              <a:rPr sz="187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화자 신호가 없는 입력에서는 모델이 다수 클래스(신고자)로 예측한 것으로 해석</a:t>
            </a:r>
          </a:p>
          <a:p>
            <a:pPr algn="l" marL="213741" indent="-21374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4890"/>
              </a:buClr>
              <a:buFont typeface="Arial"/>
              <a:buChar char="•"/>
            </a:pPr>
            <a:r>
              <a:rPr sz="187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마스킹 비율: Training 12.4%, 공식 Validation 12.35%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0051999" y="8238744"/>
            <a:ext cx="891612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7" name="Connector 46"/>
          <p:cNvCxnSpPr/>
          <p:nvPr/>
        </p:nvCxnSpPr>
        <p:spPr>
          <a:xfrm>
            <a:off x="10051999" y="10200132"/>
            <a:ext cx="891612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1125823" y="10223906"/>
            <a:ext cx="9046799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※ 85.6%와 7.6%는 1.5~2.5초 구간 기준  ·  대체 신호의 정확한 종류는 확인하지 못함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개인정보 구간 추가 확인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대체 신호는 확인한 4개 샘플 모두 같은 형태였고, Training에도 같은 비율로 존재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pic>
        <p:nvPicPr>
          <p:cNvPr id="40" name="Picture 39" descr="masked4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25823" y="3246120"/>
            <a:ext cx="7237439" cy="5703732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8845759" y="3246120"/>
            <a:ext cx="4925479" cy="208026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44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12.4%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Training 샘플 1,000개 중 포함 (124개)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4042642" y="3246120"/>
            <a:ext cx="4925479" cy="208026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44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12.35%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공식 Validation 마스킹 비율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45759" y="5504688"/>
            <a:ext cx="10122363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2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화자 분포: 전체 Training vs 마스킹 구간 (%)</a:t>
            </a:r>
          </a:p>
        </p:txBody>
      </p:sp>
      <p:graphicFrame>
        <p:nvGraphicFramePr>
          <p:cNvPr id="44" name="Chart 43"/>
          <p:cNvGraphicFramePr>
            <a:graphicFrameLocks noGrp="1"/>
          </p:cNvGraphicFramePr>
          <p:nvPr/>
        </p:nvGraphicFramePr>
        <p:xfrm>
          <a:off x="8845759" y="6039612"/>
          <a:ext cx="10122363" cy="2852928"/>
        </p:xfrm>
        <a:graphic>
          <a:graphicData uri="http://schemas.openxmlformats.org/drawingml/2006/chart">
            <c:chart xmlns:c="http://schemas.openxmlformats.org/drawingml/2006/chart" r:id="rId15"/>
          </a:graphicData>
        </a:graphic>
      </p:graphicFrame>
      <p:sp>
        <p:nvSpPr>
          <p:cNvPr id="45" name="Rectangle 44"/>
          <p:cNvSpPr/>
          <p:nvPr/>
        </p:nvSpPr>
        <p:spPr>
          <a:xfrm>
            <a:off x="8845759" y="9070847"/>
            <a:ext cx="10122363" cy="1129284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 wrap="square" lIns="274320" tIns="73152" rIns="274320" bIns="73152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마스킹 구간은 신고자가 더 많은데도 오판은 대원에 집중됨 → 화자 신호가 없을 때 신고자로 예측하는 편향으로 해석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845759" y="9070847"/>
            <a:ext cx="1012236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7" name="Connector 46"/>
          <p:cNvCxnSpPr/>
          <p:nvPr/>
        </p:nvCxnSpPr>
        <p:spPr>
          <a:xfrm>
            <a:off x="8845759" y="10200131"/>
            <a:ext cx="1012236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1125823" y="10176357"/>
            <a:ext cx="17792038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※ 좌: [개인정보] 구간 4개 샘플의 원본(정규화 전) 파형. 진폭은 샘플마다 다르지만(±0.05~0.14) 모두 처음부터 끝까지 일정한 형태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마스킹 제외 성능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비식별화 구간을 제외하면 97.07%이고, 화자 간 격차가 사라짐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graphicFrame>
        <p:nvGraphicFramePr>
          <p:cNvPr id="40" name="Chart 39"/>
          <p:cNvGraphicFramePr>
            <a:graphicFrameLocks noGrp="1"/>
          </p:cNvGraphicFramePr>
          <p:nvPr/>
        </p:nvGraphicFramePr>
        <p:xfrm>
          <a:off x="1125823" y="3246120"/>
          <a:ext cx="10353559" cy="6775704"/>
        </p:xfrm>
        <a:graphic>
          <a:graphicData uri="http://schemas.openxmlformats.org/drawingml/2006/chart">
            <c:chart xmlns:c="http://schemas.openxmlformats.org/drawingml/2006/chart" r:id="rId14"/>
          </a:graphicData>
        </a:graphic>
      </p:graphicFrame>
      <p:sp>
        <p:nvSpPr>
          <p:cNvPr id="41" name="Rounded Rectangle 40"/>
          <p:cNvSpPr/>
          <p:nvPr/>
        </p:nvSpPr>
        <p:spPr>
          <a:xfrm>
            <a:off x="11961879" y="3305556"/>
            <a:ext cx="7006243" cy="2258568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44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9.3%p → 0.5%p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대원·신고자 recall 격차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11961879" y="5980175"/>
          <a:ext cx="7006241" cy="3566160"/>
        </p:xfrm>
        <a:graphic>
          <a:graphicData uri="http://schemas.openxmlformats.org/drawingml/2006/table">
            <a:tbl>
              <a:tblPr/>
              <a:tblGrid>
                <a:gridCol w="2784403"/>
                <a:gridCol w="2110919"/>
                <a:gridCol w="2110919"/>
              </a:tblGrid>
              <a:tr h="71323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포함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제외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Accuracy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92.64%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97.07%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대원 recall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87.8%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96.8%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신고자 recall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97.1%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97.3%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recall 격차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9.3%p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0.5%p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1125823" y="10176357"/>
            <a:ext cx="17842298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※ 원인 규명을 위한 분석용 재계산이며 대회 평가 수치가 아님 (제출 파일은 모든 발화를 예측함)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용어 구분: 두 가지 마스킹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‘마스킹’은 서로 다른 두 현상을 가리킴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125823" y="3305556"/>
          <a:ext cx="17842297" cy="5824727"/>
        </p:xfrm>
        <a:graphic>
          <a:graphicData uri="http://schemas.openxmlformats.org/drawingml/2006/table">
            <a:tbl>
              <a:tblPr/>
              <a:tblGrid>
                <a:gridCol w="2512999"/>
                <a:gridCol w="7237439"/>
                <a:gridCol w="8091859"/>
              </a:tblGrid>
              <a:tr h="83210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패딩 마스킹 (남연서)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 비식별화 구간 (변진호)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</a:tr>
              <a:tr h="124815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정의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패딩 구간을 모델이 보지 않게 가리는 기법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원본 음성이 비식별화 과정에서 신호로 치환된 구간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4815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성격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입력 처리 방식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자체의 특성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4815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0.9100 → 0.9104 (변화 없음)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대원 recall 0% vs 97.4%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4815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결론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짧은 발화 오류의 주원인이 아님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대원 recall 저하의 핵심 원인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Rectangle 40"/>
          <p:cNvSpPr/>
          <p:nvPr/>
        </p:nvSpPr>
        <p:spPr>
          <a:xfrm>
            <a:off x="1125823" y="9308592"/>
            <a:ext cx="17842298" cy="1129284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 wrap="square" lIns="274320" tIns="91440" rIns="274320" bIns="9144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짧은 발화 오류 11건을 직접 들어본 결과  </a:t>
            </a:r>
            <a:r>
              <a:rPr sz="209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9건(82%)은 ‘네/예’ 같은 양쪽 공통 응답, 2건(18%)은 라벨 오류 → 두 원인은 공존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125823" y="9308592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3" name="Connector 42"/>
          <p:cNvCxnSpPr/>
          <p:nvPr/>
        </p:nvCxnSpPr>
        <p:spPr>
          <a:xfrm>
            <a:off x="1125823" y="10437876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계산 효율성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9,400만 파라미터 모델이 11만 발화를 5분 36초에 추론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sp>
        <p:nvSpPr>
          <p:cNvPr id="40" name="Rounded Rectangle 39"/>
          <p:cNvSpPr/>
          <p:nvPr/>
        </p:nvSpPr>
        <p:spPr>
          <a:xfrm>
            <a:off x="1125823" y="3305556"/>
            <a:ext cx="4121319" cy="3090672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</a:pPr>
            <a:r>
              <a:rPr sz="39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94,384,243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Total 파라미터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99483" y="3305556"/>
            <a:ext cx="4121319" cy="3090672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</a:pPr>
            <a:r>
              <a:rPr sz="39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85,462,771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Active 파라미터 (90.55%)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73143" y="3305556"/>
            <a:ext cx="4121319" cy="3090672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</a:pPr>
            <a:r>
              <a:rPr sz="39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336.40초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Validation 전체 추론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(111,947 발화)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846802" y="3305556"/>
            <a:ext cx="4121319" cy="3090672"/>
          </a:xfrm>
          <a:prstGeom prst="roundRect">
            <a:avLst>
              <a:gd name="adj" fmla="val 9615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</a:pPr>
            <a:r>
              <a:rPr sz="39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약 3.00ms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샘플당 평균 추론시간</a:t>
            </a:r>
          </a:p>
        </p:txBody>
      </p: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1125823" y="6931151"/>
          <a:ext cx="17842297" cy="3447288"/>
        </p:xfrm>
        <a:graphic>
          <a:graphicData uri="http://schemas.openxmlformats.org/drawingml/2006/table">
            <a:tbl>
              <a:tblPr/>
              <a:tblGrid>
                <a:gridCol w="4623919"/>
                <a:gridCol w="13218378"/>
              </a:tblGrid>
              <a:tr h="77266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</a:tr>
              <a:tr h="8915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환경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RTX 3080 10GB · i7-13700K · RAM 128GB  /  batch 32, 약 20.2시간 (15 epoch)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추론 환경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RTX 3080  /  싱글 프로세스 (num_workers=0)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Validation 추론 batch size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1188720" y="2926080"/>
            <a:ext cx="7498079" cy="4023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4114800"/>
            <a:ext cx="11430000" cy="2560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미션 3. 환자 증상 인식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280160" y="7086600"/>
            <a:ext cx="17830800" cy="0"/>
          </a:xfrm>
          <a:prstGeom prst="line">
            <a:avLst/>
          </a:prstGeom>
          <a:ln w="50800">
            <a:solidFill>
              <a:srgbClr val="019DDA"/>
            </a:solidFill>
          </a:ln>
        </p:spPr>
      </p:cxn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916329" y="3438617"/>
            <a:ext cx="4270375" cy="4267835"/>
            <a:chOff x="2916329" y="3438617"/>
            <a:chExt cx="4270375" cy="42678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16329" y="3438617"/>
              <a:ext cx="4269869" cy="42671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54871" y="4170407"/>
              <a:ext cx="3485548" cy="3535808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12964631" y="3326143"/>
            <a:ext cx="4991100" cy="4594225"/>
            <a:chOff x="12964631" y="3326143"/>
            <a:chExt cx="4991100" cy="4594225"/>
          </a:xfrm>
        </p:grpSpPr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327386" y="3326143"/>
              <a:ext cx="4097226" cy="40894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964631" y="3388860"/>
              <a:ext cx="4990842" cy="4530961"/>
            </a:xfrm>
            <a:prstGeom prst="rect">
              <a:avLst/>
            </a:prstGeom>
          </p:spPr>
        </p:pic>
      </p:grpSp>
      <p:sp>
        <p:nvSpPr>
          <p:cNvPr id="74" name="object 74"/>
          <p:cNvSpPr/>
          <p:nvPr/>
        </p:nvSpPr>
        <p:spPr>
          <a:xfrm>
            <a:off x="9252801" y="6869119"/>
            <a:ext cx="443865" cy="565150"/>
          </a:xfrm>
          <a:custGeom>
            <a:avLst/>
            <a:gdLst/>
            <a:ahLst/>
            <a:cxnLst/>
            <a:rect l="l" t="t" r="r" b="b"/>
            <a:pathLst>
              <a:path w="443865" h="565150">
                <a:moveTo>
                  <a:pt x="218925" y="0"/>
                </a:moveTo>
                <a:lnTo>
                  <a:pt x="160567" y="4762"/>
                </a:lnTo>
                <a:lnTo>
                  <a:pt x="111326" y="19036"/>
                </a:lnTo>
                <a:lnTo>
                  <a:pt x="73866" y="41081"/>
                </a:lnTo>
                <a:lnTo>
                  <a:pt x="45108" y="71599"/>
                </a:lnTo>
                <a:lnTo>
                  <a:pt x="25865" y="109774"/>
                </a:lnTo>
                <a:lnTo>
                  <a:pt x="19454" y="152299"/>
                </a:lnTo>
                <a:lnTo>
                  <a:pt x="22609" y="183544"/>
                </a:lnTo>
                <a:lnTo>
                  <a:pt x="47849" y="238584"/>
                </a:lnTo>
                <a:lnTo>
                  <a:pt x="91042" y="277692"/>
                </a:lnTo>
                <a:lnTo>
                  <a:pt x="153120" y="304593"/>
                </a:lnTo>
                <a:lnTo>
                  <a:pt x="194088" y="316178"/>
                </a:lnTo>
                <a:lnTo>
                  <a:pt x="225852" y="324198"/>
                </a:lnTo>
                <a:lnTo>
                  <a:pt x="251201" y="330872"/>
                </a:lnTo>
                <a:lnTo>
                  <a:pt x="304922" y="350396"/>
                </a:lnTo>
                <a:lnTo>
                  <a:pt x="330378" y="378749"/>
                </a:lnTo>
                <a:lnTo>
                  <a:pt x="333560" y="396877"/>
                </a:lnTo>
                <a:lnTo>
                  <a:pt x="331283" y="414981"/>
                </a:lnTo>
                <a:lnTo>
                  <a:pt x="297142" y="455640"/>
                </a:lnTo>
                <a:lnTo>
                  <a:pt x="246313" y="470777"/>
                </a:lnTo>
                <a:lnTo>
                  <a:pt x="226370" y="471786"/>
                </a:lnTo>
                <a:lnTo>
                  <a:pt x="181208" y="465268"/>
                </a:lnTo>
                <a:lnTo>
                  <a:pt x="146291" y="445714"/>
                </a:lnTo>
                <a:lnTo>
                  <a:pt x="121618" y="413123"/>
                </a:lnTo>
                <a:lnTo>
                  <a:pt x="107190" y="367496"/>
                </a:lnTo>
                <a:lnTo>
                  <a:pt x="0" y="377841"/>
                </a:lnTo>
                <a:lnTo>
                  <a:pt x="9964" y="427470"/>
                </a:lnTo>
                <a:lnTo>
                  <a:pt x="27327" y="469462"/>
                </a:lnTo>
                <a:lnTo>
                  <a:pt x="52090" y="503818"/>
                </a:lnTo>
                <a:lnTo>
                  <a:pt x="84252" y="530539"/>
                </a:lnTo>
                <a:lnTo>
                  <a:pt x="123813" y="549625"/>
                </a:lnTo>
                <a:lnTo>
                  <a:pt x="170774" y="561076"/>
                </a:lnTo>
                <a:lnTo>
                  <a:pt x="225134" y="564893"/>
                </a:lnTo>
                <a:lnTo>
                  <a:pt x="259244" y="563652"/>
                </a:lnTo>
                <a:lnTo>
                  <a:pt x="318630" y="553722"/>
                </a:lnTo>
                <a:lnTo>
                  <a:pt x="365680" y="534194"/>
                </a:lnTo>
                <a:lnTo>
                  <a:pt x="402099" y="504606"/>
                </a:lnTo>
                <a:lnTo>
                  <a:pt x="428506" y="465213"/>
                </a:lnTo>
                <a:lnTo>
                  <a:pt x="441958" y="420521"/>
                </a:lnTo>
                <a:lnTo>
                  <a:pt x="443640" y="396469"/>
                </a:lnTo>
                <a:lnTo>
                  <a:pt x="438518" y="350298"/>
                </a:lnTo>
                <a:lnTo>
                  <a:pt x="423153" y="311112"/>
                </a:lnTo>
                <a:lnTo>
                  <a:pt x="397545" y="278909"/>
                </a:lnTo>
                <a:lnTo>
                  <a:pt x="361695" y="253688"/>
                </a:lnTo>
                <a:lnTo>
                  <a:pt x="318968" y="237551"/>
                </a:lnTo>
                <a:lnTo>
                  <a:pt x="243751" y="216443"/>
                </a:lnTo>
                <a:lnTo>
                  <a:pt x="206635" y="206122"/>
                </a:lnTo>
                <a:lnTo>
                  <a:pt x="155527" y="186877"/>
                </a:lnTo>
                <a:lnTo>
                  <a:pt x="126015" y="154215"/>
                </a:lnTo>
                <a:lnTo>
                  <a:pt x="124980" y="144854"/>
                </a:lnTo>
                <a:lnTo>
                  <a:pt x="126066" y="134817"/>
                </a:lnTo>
                <a:lnTo>
                  <a:pt x="157310" y="102405"/>
                </a:lnTo>
                <a:lnTo>
                  <a:pt x="194967" y="92678"/>
                </a:lnTo>
                <a:lnTo>
                  <a:pt x="217679" y="91463"/>
                </a:lnTo>
                <a:lnTo>
                  <a:pt x="238862" y="92523"/>
                </a:lnTo>
                <a:lnTo>
                  <a:pt x="285959" y="108426"/>
                </a:lnTo>
                <a:lnTo>
                  <a:pt x="313202" y="150096"/>
                </a:lnTo>
                <a:lnTo>
                  <a:pt x="317833" y="170089"/>
                </a:lnTo>
                <a:lnTo>
                  <a:pt x="428322" y="165544"/>
                </a:lnTo>
                <a:lnTo>
                  <a:pt x="422993" y="125218"/>
                </a:lnTo>
                <a:lnTo>
                  <a:pt x="390304" y="60865"/>
                </a:lnTo>
                <a:lnTo>
                  <a:pt x="333608" y="20722"/>
                </a:lnTo>
                <a:lnTo>
                  <a:pt x="261599" y="2302"/>
                </a:lnTo>
                <a:lnTo>
                  <a:pt x="218925" y="0"/>
                </a:lnTo>
                <a:close/>
              </a:path>
            </a:pathLst>
          </a:custGeom>
          <a:solidFill>
            <a:srgbClr val="EF39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9750235" y="6878402"/>
            <a:ext cx="433705" cy="546100"/>
          </a:xfrm>
          <a:custGeom>
            <a:avLst/>
            <a:gdLst/>
            <a:ahLst/>
            <a:cxnLst/>
            <a:rect l="l" t="t" r="r" b="b"/>
            <a:pathLst>
              <a:path w="433704" h="546100">
                <a:moveTo>
                  <a:pt x="433705" y="0"/>
                </a:moveTo>
                <a:lnTo>
                  <a:pt x="0" y="0"/>
                </a:lnTo>
                <a:lnTo>
                  <a:pt x="0" y="92710"/>
                </a:lnTo>
                <a:lnTo>
                  <a:pt x="161810" y="92710"/>
                </a:lnTo>
                <a:lnTo>
                  <a:pt x="161810" y="546100"/>
                </a:lnTo>
                <a:lnTo>
                  <a:pt x="271894" y="546100"/>
                </a:lnTo>
                <a:lnTo>
                  <a:pt x="271894" y="92710"/>
                </a:lnTo>
                <a:lnTo>
                  <a:pt x="433705" y="92710"/>
                </a:lnTo>
                <a:lnTo>
                  <a:pt x="433705" y="0"/>
                </a:lnTo>
                <a:close/>
              </a:path>
            </a:pathLst>
          </a:custGeom>
          <a:solidFill>
            <a:srgbClr val="EF39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0232777" y="6869125"/>
            <a:ext cx="530225" cy="565150"/>
          </a:xfrm>
          <a:custGeom>
            <a:avLst/>
            <a:gdLst/>
            <a:ahLst/>
            <a:cxnLst/>
            <a:rect l="l" t="t" r="r" b="b"/>
            <a:pathLst>
              <a:path w="530225" h="565150">
                <a:moveTo>
                  <a:pt x="264033" y="0"/>
                </a:moveTo>
                <a:lnTo>
                  <a:pt x="207412" y="4423"/>
                </a:lnTo>
                <a:lnTo>
                  <a:pt x="157154" y="17691"/>
                </a:lnTo>
                <a:lnTo>
                  <a:pt x="113261" y="39805"/>
                </a:lnTo>
                <a:lnTo>
                  <a:pt x="75735" y="70762"/>
                </a:lnTo>
                <a:lnTo>
                  <a:pt x="48470" y="104383"/>
                </a:lnTo>
                <a:lnTo>
                  <a:pt x="27264" y="142673"/>
                </a:lnTo>
                <a:lnTo>
                  <a:pt x="12117" y="185632"/>
                </a:lnTo>
                <a:lnTo>
                  <a:pt x="3029" y="233258"/>
                </a:lnTo>
                <a:lnTo>
                  <a:pt x="0" y="285551"/>
                </a:lnTo>
                <a:lnTo>
                  <a:pt x="4293" y="345816"/>
                </a:lnTo>
                <a:lnTo>
                  <a:pt x="17174" y="399563"/>
                </a:lnTo>
                <a:lnTo>
                  <a:pt x="38643" y="446792"/>
                </a:lnTo>
                <a:lnTo>
                  <a:pt x="68699" y="487503"/>
                </a:lnTo>
                <a:lnTo>
                  <a:pt x="107702" y="521364"/>
                </a:lnTo>
                <a:lnTo>
                  <a:pt x="153533" y="545548"/>
                </a:lnTo>
                <a:lnTo>
                  <a:pt x="206194" y="560057"/>
                </a:lnTo>
                <a:lnTo>
                  <a:pt x="265688" y="564893"/>
                </a:lnTo>
                <a:lnTo>
                  <a:pt x="323725" y="560057"/>
                </a:lnTo>
                <a:lnTo>
                  <a:pt x="324604" y="560057"/>
                </a:lnTo>
                <a:lnTo>
                  <a:pt x="377425" y="545133"/>
                </a:lnTo>
                <a:lnTo>
                  <a:pt x="423050" y="520432"/>
                </a:lnTo>
                <a:lnTo>
                  <a:pt x="461849" y="485849"/>
                </a:lnTo>
                <a:lnTo>
                  <a:pt x="472958" y="470540"/>
                </a:lnTo>
                <a:lnTo>
                  <a:pt x="265269" y="470540"/>
                </a:lnTo>
                <a:lnTo>
                  <a:pt x="229267" y="466918"/>
                </a:lnTo>
                <a:lnTo>
                  <a:pt x="170915" y="437944"/>
                </a:lnTo>
                <a:lnTo>
                  <a:pt x="133363" y="385491"/>
                </a:lnTo>
                <a:lnTo>
                  <a:pt x="115981" y="320106"/>
                </a:lnTo>
                <a:lnTo>
                  <a:pt x="113875" y="280577"/>
                </a:lnTo>
                <a:lnTo>
                  <a:pt x="115928" y="242923"/>
                </a:lnTo>
                <a:lnTo>
                  <a:pt x="132895" y="177537"/>
                </a:lnTo>
                <a:lnTo>
                  <a:pt x="169828" y="126246"/>
                </a:lnTo>
                <a:lnTo>
                  <a:pt x="228595" y="97896"/>
                </a:lnTo>
                <a:lnTo>
                  <a:pt x="265269" y="94353"/>
                </a:lnTo>
                <a:lnTo>
                  <a:pt x="472503" y="94353"/>
                </a:lnTo>
                <a:lnTo>
                  <a:pt x="461430" y="79044"/>
                </a:lnTo>
                <a:lnTo>
                  <a:pt x="422559" y="44461"/>
                </a:lnTo>
                <a:lnTo>
                  <a:pt x="376703" y="19759"/>
                </a:lnTo>
                <a:lnTo>
                  <a:pt x="323861" y="4939"/>
                </a:lnTo>
                <a:lnTo>
                  <a:pt x="264033" y="0"/>
                </a:lnTo>
                <a:close/>
              </a:path>
              <a:path w="530225" h="565150">
                <a:moveTo>
                  <a:pt x="472503" y="94353"/>
                </a:moveTo>
                <a:lnTo>
                  <a:pt x="265269" y="94353"/>
                </a:lnTo>
                <a:lnTo>
                  <a:pt x="302431" y="97896"/>
                </a:lnTo>
                <a:lnTo>
                  <a:pt x="302049" y="97896"/>
                </a:lnTo>
                <a:lnTo>
                  <a:pt x="360248" y="125782"/>
                </a:lnTo>
                <a:lnTo>
                  <a:pt x="396641" y="176525"/>
                </a:lnTo>
                <a:lnTo>
                  <a:pt x="413400" y="241702"/>
                </a:lnTo>
                <a:lnTo>
                  <a:pt x="415495" y="280577"/>
                </a:lnTo>
                <a:lnTo>
                  <a:pt x="413400" y="319197"/>
                </a:lnTo>
                <a:lnTo>
                  <a:pt x="396641" y="384791"/>
                </a:lnTo>
                <a:lnTo>
                  <a:pt x="359782" y="437480"/>
                </a:lnTo>
                <a:lnTo>
                  <a:pt x="301283" y="466918"/>
                </a:lnTo>
                <a:lnTo>
                  <a:pt x="300925" y="466918"/>
                </a:lnTo>
                <a:lnTo>
                  <a:pt x="265269" y="470540"/>
                </a:lnTo>
                <a:lnTo>
                  <a:pt x="472958" y="470540"/>
                </a:lnTo>
                <a:lnTo>
                  <a:pt x="491542" y="444932"/>
                </a:lnTo>
                <a:lnTo>
                  <a:pt x="512752" y="397495"/>
                </a:lnTo>
                <a:lnTo>
                  <a:pt x="525479" y="343540"/>
                </a:lnTo>
                <a:lnTo>
                  <a:pt x="529722" y="283069"/>
                </a:lnTo>
                <a:lnTo>
                  <a:pt x="525453" y="222362"/>
                </a:lnTo>
                <a:lnTo>
                  <a:pt x="512649" y="168123"/>
                </a:lnTo>
                <a:lnTo>
                  <a:pt x="491308" y="120350"/>
                </a:lnTo>
                <a:lnTo>
                  <a:pt x="472503" y="94353"/>
                </a:lnTo>
                <a:close/>
              </a:path>
            </a:pathLst>
          </a:custGeom>
          <a:solidFill>
            <a:srgbClr val="EF39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0848576" y="6878639"/>
            <a:ext cx="418465" cy="546100"/>
          </a:xfrm>
          <a:custGeom>
            <a:avLst/>
            <a:gdLst/>
            <a:ahLst/>
            <a:cxnLst/>
            <a:rect l="l" t="t" r="r" b="b"/>
            <a:pathLst>
              <a:path w="418465" h="546100">
                <a:moveTo>
                  <a:pt x="177125" y="0"/>
                </a:moveTo>
                <a:lnTo>
                  <a:pt x="0" y="0"/>
                </a:lnTo>
                <a:lnTo>
                  <a:pt x="0" y="545857"/>
                </a:lnTo>
                <a:lnTo>
                  <a:pt x="110080" y="545857"/>
                </a:lnTo>
                <a:lnTo>
                  <a:pt x="110080" y="339769"/>
                </a:lnTo>
                <a:lnTo>
                  <a:pt x="182088" y="339769"/>
                </a:lnTo>
                <a:lnTo>
                  <a:pt x="248919" y="337805"/>
                </a:lnTo>
                <a:lnTo>
                  <a:pt x="296305" y="331906"/>
                </a:lnTo>
                <a:lnTo>
                  <a:pt x="339370" y="315296"/>
                </a:lnTo>
                <a:lnTo>
                  <a:pt x="382080" y="280692"/>
                </a:lnTo>
                <a:lnTo>
                  <a:pt x="402922" y="247071"/>
                </a:lnTo>
                <a:lnTo>
                  <a:pt x="110080" y="247071"/>
                </a:lnTo>
                <a:lnTo>
                  <a:pt x="110080" y="92290"/>
                </a:lnTo>
                <a:lnTo>
                  <a:pt x="403853" y="92290"/>
                </a:lnTo>
                <a:lnTo>
                  <a:pt x="403027" y="89963"/>
                </a:lnTo>
                <a:lnTo>
                  <a:pt x="374858" y="47053"/>
                </a:lnTo>
                <a:lnTo>
                  <a:pt x="333267" y="17050"/>
                </a:lnTo>
                <a:lnTo>
                  <a:pt x="288237" y="4426"/>
                </a:lnTo>
                <a:lnTo>
                  <a:pt x="222852" y="492"/>
                </a:lnTo>
                <a:lnTo>
                  <a:pt x="177125" y="0"/>
                </a:lnTo>
                <a:close/>
              </a:path>
              <a:path w="418465" h="546100">
                <a:moveTo>
                  <a:pt x="403853" y="92290"/>
                </a:moveTo>
                <a:lnTo>
                  <a:pt x="163471" y="92290"/>
                </a:lnTo>
                <a:lnTo>
                  <a:pt x="190623" y="92523"/>
                </a:lnTo>
                <a:lnTo>
                  <a:pt x="212916" y="93223"/>
                </a:lnTo>
                <a:lnTo>
                  <a:pt x="269897" y="104783"/>
                </a:lnTo>
                <a:lnTo>
                  <a:pt x="300732" y="141406"/>
                </a:lnTo>
                <a:lnTo>
                  <a:pt x="304587" y="169261"/>
                </a:lnTo>
                <a:lnTo>
                  <a:pt x="303811" y="181084"/>
                </a:lnTo>
                <a:lnTo>
                  <a:pt x="282366" y="223193"/>
                </a:lnTo>
                <a:lnTo>
                  <a:pt x="237134" y="243751"/>
                </a:lnTo>
                <a:lnTo>
                  <a:pt x="192973" y="246864"/>
                </a:lnTo>
                <a:lnTo>
                  <a:pt x="170497" y="247071"/>
                </a:lnTo>
                <a:lnTo>
                  <a:pt x="402922" y="247071"/>
                </a:lnTo>
                <a:lnTo>
                  <a:pt x="414261" y="211888"/>
                </a:lnTo>
                <a:lnTo>
                  <a:pt x="414360" y="211581"/>
                </a:lnTo>
                <a:lnTo>
                  <a:pt x="418281" y="169261"/>
                </a:lnTo>
                <a:lnTo>
                  <a:pt x="411564" y="114018"/>
                </a:lnTo>
                <a:lnTo>
                  <a:pt x="403936" y="92523"/>
                </a:lnTo>
                <a:lnTo>
                  <a:pt x="403853" y="92290"/>
                </a:lnTo>
                <a:close/>
              </a:path>
            </a:pathLst>
          </a:custGeom>
          <a:solidFill>
            <a:srgbClr val="EF392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8" name="object 78"/>
          <p:cNvGrpSpPr/>
          <p:nvPr/>
        </p:nvGrpSpPr>
        <p:grpSpPr>
          <a:xfrm>
            <a:off x="8960017" y="3919412"/>
            <a:ext cx="2600325" cy="2666365"/>
            <a:chOff x="8960017" y="3919412"/>
            <a:chExt cx="2600325" cy="2666365"/>
          </a:xfrm>
        </p:grpSpPr>
        <p:sp>
          <p:nvSpPr>
            <p:cNvPr id="79" name="object 79"/>
            <p:cNvSpPr/>
            <p:nvPr/>
          </p:nvSpPr>
          <p:spPr>
            <a:xfrm>
              <a:off x="8960017" y="3985439"/>
              <a:ext cx="2600325" cy="2600325"/>
            </a:xfrm>
            <a:custGeom>
              <a:avLst/>
              <a:gdLst/>
              <a:ahLst/>
              <a:cxnLst/>
              <a:rect l="l" t="t" r="r" b="b"/>
              <a:pathLst>
                <a:path w="2600325" h="2600325">
                  <a:moveTo>
                    <a:pt x="1838289" y="0"/>
                  </a:moveTo>
                  <a:lnTo>
                    <a:pt x="761442" y="0"/>
                  </a:lnTo>
                  <a:lnTo>
                    <a:pt x="0" y="761442"/>
                  </a:lnTo>
                  <a:lnTo>
                    <a:pt x="0" y="1838289"/>
                  </a:lnTo>
                  <a:lnTo>
                    <a:pt x="761442" y="2599732"/>
                  </a:lnTo>
                  <a:lnTo>
                    <a:pt x="1838289" y="2599732"/>
                  </a:lnTo>
                  <a:lnTo>
                    <a:pt x="2599732" y="1838289"/>
                  </a:lnTo>
                  <a:lnTo>
                    <a:pt x="2599732" y="761442"/>
                  </a:lnTo>
                  <a:lnTo>
                    <a:pt x="1838289" y="0"/>
                  </a:lnTo>
                  <a:close/>
                </a:path>
              </a:pathLst>
            </a:custGeom>
            <a:solidFill>
              <a:srgbClr val="010202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8960021" y="3919412"/>
              <a:ext cx="2600325" cy="2600325"/>
            </a:xfrm>
            <a:custGeom>
              <a:avLst/>
              <a:gdLst/>
              <a:ahLst/>
              <a:cxnLst/>
              <a:rect l="l" t="t" r="r" b="b"/>
              <a:pathLst>
                <a:path w="2600325" h="2600325">
                  <a:moveTo>
                    <a:pt x="1838289" y="0"/>
                  </a:moveTo>
                  <a:lnTo>
                    <a:pt x="761442" y="0"/>
                  </a:lnTo>
                  <a:lnTo>
                    <a:pt x="0" y="761442"/>
                  </a:lnTo>
                  <a:lnTo>
                    <a:pt x="0" y="1838289"/>
                  </a:lnTo>
                  <a:lnTo>
                    <a:pt x="761442" y="2599732"/>
                  </a:lnTo>
                  <a:lnTo>
                    <a:pt x="1838289" y="2599732"/>
                  </a:lnTo>
                  <a:lnTo>
                    <a:pt x="2599732" y="1838289"/>
                  </a:lnTo>
                  <a:lnTo>
                    <a:pt x="2599732" y="761442"/>
                  </a:lnTo>
                  <a:lnTo>
                    <a:pt x="1838289" y="0"/>
                  </a:lnTo>
                  <a:close/>
                </a:path>
              </a:pathLst>
            </a:custGeom>
            <a:solidFill>
              <a:srgbClr val="EF39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9079494" y="4038921"/>
              <a:ext cx="2360930" cy="2360930"/>
            </a:xfrm>
            <a:custGeom>
              <a:avLst/>
              <a:gdLst/>
              <a:ahLst/>
              <a:cxnLst/>
              <a:rect l="l" t="t" r="r" b="b"/>
              <a:pathLst>
                <a:path w="2360929" h="2360929">
                  <a:moveTo>
                    <a:pt x="1669268" y="0"/>
                  </a:moveTo>
                  <a:lnTo>
                    <a:pt x="691434" y="0"/>
                  </a:lnTo>
                  <a:lnTo>
                    <a:pt x="0" y="691434"/>
                  </a:lnTo>
                  <a:lnTo>
                    <a:pt x="0" y="1669268"/>
                  </a:lnTo>
                  <a:lnTo>
                    <a:pt x="691434" y="2360713"/>
                  </a:lnTo>
                  <a:lnTo>
                    <a:pt x="1669268" y="2360713"/>
                  </a:lnTo>
                  <a:lnTo>
                    <a:pt x="1735989" y="2293992"/>
                  </a:lnTo>
                  <a:lnTo>
                    <a:pt x="719077" y="2293992"/>
                  </a:lnTo>
                  <a:lnTo>
                    <a:pt x="66720" y="1641625"/>
                  </a:lnTo>
                  <a:lnTo>
                    <a:pt x="66720" y="719077"/>
                  </a:lnTo>
                  <a:lnTo>
                    <a:pt x="719077" y="66720"/>
                  </a:lnTo>
                  <a:lnTo>
                    <a:pt x="1735990" y="66720"/>
                  </a:lnTo>
                  <a:lnTo>
                    <a:pt x="1669268" y="0"/>
                  </a:lnTo>
                  <a:close/>
                </a:path>
                <a:path w="2360929" h="2360929">
                  <a:moveTo>
                    <a:pt x="1735990" y="66720"/>
                  </a:moveTo>
                  <a:lnTo>
                    <a:pt x="1641635" y="66720"/>
                  </a:lnTo>
                  <a:lnTo>
                    <a:pt x="2293992" y="719077"/>
                  </a:lnTo>
                  <a:lnTo>
                    <a:pt x="2293992" y="1641625"/>
                  </a:lnTo>
                  <a:lnTo>
                    <a:pt x="1641635" y="2293992"/>
                  </a:lnTo>
                  <a:lnTo>
                    <a:pt x="1735989" y="2293992"/>
                  </a:lnTo>
                  <a:lnTo>
                    <a:pt x="2360713" y="1669268"/>
                  </a:lnTo>
                  <a:lnTo>
                    <a:pt x="2360713" y="691434"/>
                  </a:lnTo>
                  <a:lnTo>
                    <a:pt x="1735990" y="66720"/>
                  </a:lnTo>
                  <a:close/>
                </a:path>
              </a:pathLst>
            </a:custGeom>
            <a:solidFill>
              <a:srgbClr val="EE2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9146214" y="4105640"/>
              <a:ext cx="2227580" cy="2227580"/>
            </a:xfrm>
            <a:custGeom>
              <a:avLst/>
              <a:gdLst/>
              <a:ahLst/>
              <a:cxnLst/>
              <a:rect l="l" t="t" r="r" b="b"/>
              <a:pathLst>
                <a:path w="2227579" h="2227579">
                  <a:moveTo>
                    <a:pt x="1574915" y="0"/>
                  </a:moveTo>
                  <a:lnTo>
                    <a:pt x="652357" y="0"/>
                  </a:lnTo>
                  <a:lnTo>
                    <a:pt x="0" y="652357"/>
                  </a:lnTo>
                  <a:lnTo>
                    <a:pt x="0" y="1574904"/>
                  </a:lnTo>
                  <a:lnTo>
                    <a:pt x="652357" y="2227272"/>
                  </a:lnTo>
                  <a:lnTo>
                    <a:pt x="1574915" y="2227272"/>
                  </a:lnTo>
                  <a:lnTo>
                    <a:pt x="2227272" y="1574904"/>
                  </a:lnTo>
                  <a:lnTo>
                    <a:pt x="2227272" y="652357"/>
                  </a:lnTo>
                  <a:lnTo>
                    <a:pt x="1574915" y="0"/>
                  </a:lnTo>
                  <a:close/>
                </a:path>
              </a:pathLst>
            </a:custGeom>
            <a:solidFill>
              <a:srgbClr val="EF39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9623171" y="4409734"/>
              <a:ext cx="1137285" cy="1619250"/>
            </a:xfrm>
            <a:custGeom>
              <a:avLst/>
              <a:gdLst/>
              <a:ahLst/>
              <a:cxnLst/>
              <a:rect l="l" t="t" r="r" b="b"/>
              <a:pathLst>
                <a:path w="1137284" h="1619250">
                  <a:moveTo>
                    <a:pt x="614917" y="0"/>
                  </a:moveTo>
                  <a:lnTo>
                    <a:pt x="579650" y="7120"/>
                  </a:lnTo>
                  <a:lnTo>
                    <a:pt x="550850" y="26537"/>
                  </a:lnTo>
                  <a:lnTo>
                    <a:pt x="531433" y="55336"/>
                  </a:lnTo>
                  <a:lnTo>
                    <a:pt x="524313" y="90604"/>
                  </a:lnTo>
                  <a:lnTo>
                    <a:pt x="524313" y="730092"/>
                  </a:lnTo>
                  <a:lnTo>
                    <a:pt x="518449" y="735946"/>
                  </a:lnTo>
                  <a:lnTo>
                    <a:pt x="503999" y="735946"/>
                  </a:lnTo>
                  <a:lnTo>
                    <a:pt x="498146" y="730092"/>
                  </a:lnTo>
                  <a:lnTo>
                    <a:pt x="498146" y="183491"/>
                  </a:lnTo>
                  <a:lnTo>
                    <a:pt x="491026" y="148228"/>
                  </a:lnTo>
                  <a:lnTo>
                    <a:pt x="471609" y="119428"/>
                  </a:lnTo>
                  <a:lnTo>
                    <a:pt x="442809" y="100008"/>
                  </a:lnTo>
                  <a:lnTo>
                    <a:pt x="407542" y="92887"/>
                  </a:lnTo>
                  <a:lnTo>
                    <a:pt x="395762" y="92887"/>
                  </a:lnTo>
                  <a:lnTo>
                    <a:pt x="360494" y="100008"/>
                  </a:lnTo>
                  <a:lnTo>
                    <a:pt x="331694" y="119428"/>
                  </a:lnTo>
                  <a:lnTo>
                    <a:pt x="312277" y="148228"/>
                  </a:lnTo>
                  <a:lnTo>
                    <a:pt x="305157" y="183491"/>
                  </a:lnTo>
                  <a:lnTo>
                    <a:pt x="305157" y="921333"/>
                  </a:lnTo>
                  <a:lnTo>
                    <a:pt x="301100" y="932883"/>
                  </a:lnTo>
                  <a:lnTo>
                    <a:pt x="291516" y="938777"/>
                  </a:lnTo>
                  <a:lnTo>
                    <a:pt x="280287" y="938051"/>
                  </a:lnTo>
                  <a:lnTo>
                    <a:pt x="271294" y="929741"/>
                  </a:lnTo>
                  <a:lnTo>
                    <a:pt x="182449" y="761966"/>
                  </a:lnTo>
                  <a:lnTo>
                    <a:pt x="157203" y="731494"/>
                  </a:lnTo>
                  <a:lnTo>
                    <a:pt x="123269" y="714094"/>
                  </a:lnTo>
                  <a:lnTo>
                    <a:pt x="85253" y="711076"/>
                  </a:lnTo>
                  <a:lnTo>
                    <a:pt x="47762" y="723747"/>
                  </a:lnTo>
                  <a:lnTo>
                    <a:pt x="4639" y="777443"/>
                  </a:lnTo>
                  <a:lnTo>
                    <a:pt x="0" y="811608"/>
                  </a:lnTo>
                  <a:lnTo>
                    <a:pt x="8077" y="846225"/>
                  </a:lnTo>
                  <a:lnTo>
                    <a:pt x="235746" y="1365340"/>
                  </a:lnTo>
                  <a:lnTo>
                    <a:pt x="258504" y="1409909"/>
                  </a:lnTo>
                  <a:lnTo>
                    <a:pt x="285936" y="1450933"/>
                  </a:lnTo>
                  <a:lnTo>
                    <a:pt x="317631" y="1488141"/>
                  </a:lnTo>
                  <a:lnTo>
                    <a:pt x="353173" y="1521264"/>
                  </a:lnTo>
                  <a:lnTo>
                    <a:pt x="392151" y="1550031"/>
                  </a:lnTo>
                  <a:lnTo>
                    <a:pt x="434151" y="1574173"/>
                  </a:lnTo>
                  <a:lnTo>
                    <a:pt x="478760" y="1593420"/>
                  </a:lnTo>
                  <a:lnTo>
                    <a:pt x="525565" y="1607502"/>
                  </a:lnTo>
                  <a:lnTo>
                    <a:pt x="574153" y="1616149"/>
                  </a:lnTo>
                  <a:lnTo>
                    <a:pt x="624111" y="1619092"/>
                  </a:lnTo>
                  <a:lnTo>
                    <a:pt x="729071" y="1619092"/>
                  </a:lnTo>
                  <a:lnTo>
                    <a:pt x="776677" y="1616345"/>
                  </a:lnTo>
                  <a:lnTo>
                    <a:pt x="822670" y="1608311"/>
                  </a:lnTo>
                  <a:lnTo>
                    <a:pt x="866743" y="1595294"/>
                  </a:lnTo>
                  <a:lnTo>
                    <a:pt x="908591" y="1577601"/>
                  </a:lnTo>
                  <a:lnTo>
                    <a:pt x="947907" y="1555539"/>
                  </a:lnTo>
                  <a:lnTo>
                    <a:pt x="984385" y="1529414"/>
                  </a:lnTo>
                  <a:lnTo>
                    <a:pt x="1017718" y="1499531"/>
                  </a:lnTo>
                  <a:lnTo>
                    <a:pt x="1047601" y="1466198"/>
                  </a:lnTo>
                  <a:lnTo>
                    <a:pt x="1073726" y="1429720"/>
                  </a:lnTo>
                  <a:lnTo>
                    <a:pt x="1095788" y="1390404"/>
                  </a:lnTo>
                  <a:lnTo>
                    <a:pt x="1113481" y="1348556"/>
                  </a:lnTo>
                  <a:lnTo>
                    <a:pt x="1126498" y="1304483"/>
                  </a:lnTo>
                  <a:lnTo>
                    <a:pt x="1134532" y="1258490"/>
                  </a:lnTo>
                  <a:lnTo>
                    <a:pt x="1137279" y="1210884"/>
                  </a:lnTo>
                  <a:lnTo>
                    <a:pt x="1137279" y="354240"/>
                  </a:lnTo>
                  <a:lnTo>
                    <a:pt x="1130158" y="318972"/>
                  </a:lnTo>
                  <a:lnTo>
                    <a:pt x="1110741" y="290173"/>
                  </a:lnTo>
                  <a:lnTo>
                    <a:pt x="1081942" y="270755"/>
                  </a:lnTo>
                  <a:lnTo>
                    <a:pt x="1046674" y="263635"/>
                  </a:lnTo>
                  <a:lnTo>
                    <a:pt x="1039480" y="263635"/>
                  </a:lnTo>
                  <a:lnTo>
                    <a:pt x="975413" y="290173"/>
                  </a:lnTo>
                  <a:lnTo>
                    <a:pt x="948876" y="354240"/>
                  </a:lnTo>
                  <a:lnTo>
                    <a:pt x="948876" y="726166"/>
                  </a:lnTo>
                  <a:lnTo>
                    <a:pt x="943012" y="732030"/>
                  </a:lnTo>
                  <a:lnTo>
                    <a:pt x="925945" y="732030"/>
                  </a:lnTo>
                  <a:lnTo>
                    <a:pt x="920091" y="726166"/>
                  </a:lnTo>
                  <a:lnTo>
                    <a:pt x="920091" y="212935"/>
                  </a:lnTo>
                  <a:lnTo>
                    <a:pt x="912971" y="177668"/>
                  </a:lnTo>
                  <a:lnTo>
                    <a:pt x="893554" y="148868"/>
                  </a:lnTo>
                  <a:lnTo>
                    <a:pt x="864755" y="129451"/>
                  </a:lnTo>
                  <a:lnTo>
                    <a:pt x="829487" y="122331"/>
                  </a:lnTo>
                  <a:lnTo>
                    <a:pt x="826869" y="122331"/>
                  </a:lnTo>
                  <a:lnTo>
                    <a:pt x="791601" y="129451"/>
                  </a:lnTo>
                  <a:lnTo>
                    <a:pt x="762802" y="148868"/>
                  </a:lnTo>
                  <a:lnTo>
                    <a:pt x="743385" y="177668"/>
                  </a:lnTo>
                  <a:lnTo>
                    <a:pt x="736265" y="212935"/>
                  </a:lnTo>
                  <a:lnTo>
                    <a:pt x="736265" y="728134"/>
                  </a:lnTo>
                  <a:lnTo>
                    <a:pt x="730411" y="733988"/>
                  </a:lnTo>
                  <a:lnTo>
                    <a:pt x="711375" y="733988"/>
                  </a:lnTo>
                  <a:lnTo>
                    <a:pt x="705522" y="728134"/>
                  </a:lnTo>
                  <a:lnTo>
                    <a:pt x="705522" y="90604"/>
                  </a:lnTo>
                  <a:lnTo>
                    <a:pt x="698402" y="55336"/>
                  </a:lnTo>
                  <a:lnTo>
                    <a:pt x="678985" y="26537"/>
                  </a:lnTo>
                  <a:lnTo>
                    <a:pt x="650185" y="7120"/>
                  </a:lnTo>
                  <a:lnTo>
                    <a:pt x="6149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1C4F289F-C697-056A-7DF5-F90941306A4D}"/>
              </a:ext>
            </a:extLst>
          </p:cNvPr>
          <p:cNvSpPr txBox="1"/>
          <p:nvPr/>
        </p:nvSpPr>
        <p:spPr>
          <a:xfrm>
            <a:off x="3575050" y="8870252"/>
            <a:ext cx="1295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rPr>
              <a:t>본</a:t>
            </a:r>
            <a: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rPr>
              <a:t> </a:t>
            </a:r>
            <a:r>
              <a:rPr lang="ko-KR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rPr>
              <a:t>콘텐츠는 </a:t>
            </a:r>
            <a:r>
              <a:rPr lang="ko-KR" altLang="ko-KR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rPr>
              <a:t>한국지능정보사회진흥원</a:t>
            </a:r>
            <a:r>
              <a:rPr lang="ko-KR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rPr>
              <a:t>(NIA)의 </a:t>
            </a:r>
            <a:r>
              <a:rPr lang="ko-KR" altLang="ko-KR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rPr>
              <a:t>동의없이</a:t>
            </a:r>
            <a:r>
              <a:rPr lang="ko-KR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rPr>
              <a:t> 무단 사용할 수 없으며 </a:t>
            </a:r>
            <a:b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rPr>
            </a:br>
            <a:r>
              <a:rPr lang="ko-KR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rPr>
              <a:t>상업적 목적으로 이용을 금합니다.</a:t>
            </a:r>
            <a:endParaRPr lang="ko-KR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여기어때 잘난체 고딕" panose="00000500000000000000" pitchFamily="50" charset="-127"/>
              <a:ea typeface="여기어때 잘난체 고딕" panose="00000500000000000000" pitchFamily="50" charset="-127"/>
            </a:endParaRPr>
          </a:p>
        </p:txBody>
      </p:sp>
      <p:grpSp>
        <p:nvGrpSpPr>
          <p:cNvPr id="86" name="object 2">
            <a:extLst>
              <a:ext uri="{FF2B5EF4-FFF2-40B4-BE49-F238E27FC236}">
                <a16:creationId xmlns:a16="http://schemas.microsoft.com/office/drawing/2014/main" id="{B3690E24-C6E0-2B1D-7A29-0473FE732D16}"/>
              </a:ext>
            </a:extLst>
          </p:cNvPr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87" name="object 3">
              <a:extLst>
                <a:ext uri="{FF2B5EF4-FFF2-40B4-BE49-F238E27FC236}">
                  <a16:creationId xmlns:a16="http://schemas.microsoft.com/office/drawing/2014/main" id="{41BDD14A-68C6-137D-F5F9-319460279C65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88" name="object 4">
              <a:extLst>
                <a:ext uri="{FF2B5EF4-FFF2-40B4-BE49-F238E27FC236}">
                  <a16:creationId xmlns:a16="http://schemas.microsoft.com/office/drawing/2014/main" id="{E451807E-0644-6D4D-CA2C-8A142DD294CD}"/>
                </a:ext>
              </a:extLst>
            </p:cNvPr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5">
              <a:extLst>
                <a:ext uri="{FF2B5EF4-FFF2-40B4-BE49-F238E27FC236}">
                  <a16:creationId xmlns:a16="http://schemas.microsoft.com/office/drawing/2014/main" id="{48CC716E-38AF-F256-59E1-616E32A8897F}"/>
                </a:ext>
              </a:extLst>
            </p:cNvPr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6">
              <a:extLst>
                <a:ext uri="{FF2B5EF4-FFF2-40B4-BE49-F238E27FC236}">
                  <a16:creationId xmlns:a16="http://schemas.microsoft.com/office/drawing/2014/main" id="{382A21E6-F537-5909-3D43-0D35DCAB040C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91" name="object 7">
              <a:extLst>
                <a:ext uri="{FF2B5EF4-FFF2-40B4-BE49-F238E27FC236}">
                  <a16:creationId xmlns:a16="http://schemas.microsoft.com/office/drawing/2014/main" id="{F393A71A-45EA-027F-8AB1-4CD8432E56D7}"/>
                </a:ext>
              </a:extLst>
            </p:cNvPr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8">
              <a:extLst>
                <a:ext uri="{FF2B5EF4-FFF2-40B4-BE49-F238E27FC236}">
                  <a16:creationId xmlns:a16="http://schemas.microsoft.com/office/drawing/2014/main" id="{9CB8FC08-F948-8535-9315-3B37013A7575}"/>
                </a:ext>
              </a:extLst>
            </p:cNvPr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">
              <a:extLst>
                <a:ext uri="{FF2B5EF4-FFF2-40B4-BE49-F238E27FC236}">
                  <a16:creationId xmlns:a16="http://schemas.microsoft.com/office/drawing/2014/main" id="{8C2942F1-3612-FDE5-8771-416B17B13C2B}"/>
                </a:ext>
              </a:extLst>
            </p:cNvPr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10">
              <a:extLst>
                <a:ext uri="{FF2B5EF4-FFF2-40B4-BE49-F238E27FC236}">
                  <a16:creationId xmlns:a16="http://schemas.microsoft.com/office/drawing/2014/main" id="{A936C47C-B20A-D87D-4963-EBED58095954}"/>
                </a:ext>
              </a:extLst>
            </p:cNvPr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5" name="object 11">
              <a:extLst>
                <a:ext uri="{FF2B5EF4-FFF2-40B4-BE49-F238E27FC236}">
                  <a16:creationId xmlns:a16="http://schemas.microsoft.com/office/drawing/2014/main" id="{4C28A12D-9A48-71EA-96EB-8FF2513FC44E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96" name="object 12">
              <a:extLst>
                <a:ext uri="{FF2B5EF4-FFF2-40B4-BE49-F238E27FC236}">
                  <a16:creationId xmlns:a16="http://schemas.microsoft.com/office/drawing/2014/main" id="{1C9A8F4F-F2F8-C5D1-EA6D-FFC1BB225133}"/>
                </a:ext>
              </a:extLst>
            </p:cNvPr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13">
              <a:extLst>
                <a:ext uri="{FF2B5EF4-FFF2-40B4-BE49-F238E27FC236}">
                  <a16:creationId xmlns:a16="http://schemas.microsoft.com/office/drawing/2014/main" id="{1DBD46B7-CBEB-1BD2-854B-60F161617106}"/>
                </a:ext>
              </a:extLst>
            </p:cNvPr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14">
              <a:extLst>
                <a:ext uri="{FF2B5EF4-FFF2-40B4-BE49-F238E27FC236}">
                  <a16:creationId xmlns:a16="http://schemas.microsoft.com/office/drawing/2014/main" id="{273C3AB3-FB8D-C4AF-C8AD-1736F033B580}"/>
                </a:ext>
              </a:extLst>
            </p:cNvPr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15">
              <a:extLst>
                <a:ext uri="{FF2B5EF4-FFF2-40B4-BE49-F238E27FC236}">
                  <a16:creationId xmlns:a16="http://schemas.microsoft.com/office/drawing/2014/main" id="{5CFDB2AC-DE99-F5D9-544B-81D15EC27110}"/>
                </a:ext>
              </a:extLst>
            </p:cNvPr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0" name="object 16">
              <a:extLst>
                <a:ext uri="{FF2B5EF4-FFF2-40B4-BE49-F238E27FC236}">
                  <a16:creationId xmlns:a16="http://schemas.microsoft.com/office/drawing/2014/main" id="{1B535D92-B0F6-4A21-74EA-F5C1A578AB14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01" name="object 17">
              <a:extLst>
                <a:ext uri="{FF2B5EF4-FFF2-40B4-BE49-F238E27FC236}">
                  <a16:creationId xmlns:a16="http://schemas.microsoft.com/office/drawing/2014/main" id="{6155E5A8-6B0D-F694-6F2F-64D1D888DB50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02" name="object 18">
              <a:extLst>
                <a:ext uri="{FF2B5EF4-FFF2-40B4-BE49-F238E27FC236}">
                  <a16:creationId xmlns:a16="http://schemas.microsoft.com/office/drawing/2014/main" id="{75F32AB8-75AE-4DE2-F10F-01627E7D91F3}"/>
                </a:ext>
              </a:extLst>
            </p:cNvPr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9">
              <a:extLst>
                <a:ext uri="{FF2B5EF4-FFF2-40B4-BE49-F238E27FC236}">
                  <a16:creationId xmlns:a16="http://schemas.microsoft.com/office/drawing/2014/main" id="{29F07863-34A7-D7DA-C321-AE9069966EB7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104" name="object 20">
              <a:extLst>
                <a:ext uri="{FF2B5EF4-FFF2-40B4-BE49-F238E27FC236}">
                  <a16:creationId xmlns:a16="http://schemas.microsoft.com/office/drawing/2014/main" id="{4CECF4EE-6FF1-5A1E-DC92-4659E5AE9520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105" name="object 21">
              <a:extLst>
                <a:ext uri="{FF2B5EF4-FFF2-40B4-BE49-F238E27FC236}">
                  <a16:creationId xmlns:a16="http://schemas.microsoft.com/office/drawing/2014/main" id="{B21E8780-7D5B-7C21-5A35-2BF9E308B2BC}"/>
                </a:ext>
              </a:extLst>
            </p:cNvPr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6" name="object 22">
              <a:extLst>
                <a:ext uri="{FF2B5EF4-FFF2-40B4-BE49-F238E27FC236}">
                  <a16:creationId xmlns:a16="http://schemas.microsoft.com/office/drawing/2014/main" id="{375D45EB-C6F8-0C94-828E-7B5B652498EC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107" name="object 23">
              <a:extLst>
                <a:ext uri="{FF2B5EF4-FFF2-40B4-BE49-F238E27FC236}">
                  <a16:creationId xmlns:a16="http://schemas.microsoft.com/office/drawing/2014/main" id="{B2DD624E-4E6B-E2A1-07FF-A112604E4255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108" name="object 24">
              <a:extLst>
                <a:ext uri="{FF2B5EF4-FFF2-40B4-BE49-F238E27FC236}">
                  <a16:creationId xmlns:a16="http://schemas.microsoft.com/office/drawing/2014/main" id="{BE01E6D3-92E0-FDED-0D93-3B085274BB2B}"/>
                </a:ext>
              </a:extLst>
            </p:cNvPr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9" name="object 25">
              <a:extLst>
                <a:ext uri="{FF2B5EF4-FFF2-40B4-BE49-F238E27FC236}">
                  <a16:creationId xmlns:a16="http://schemas.microsoft.com/office/drawing/2014/main" id="{6B33A7A1-2007-5333-8B56-5355794E0F1A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110" name="object 26">
              <a:extLst>
                <a:ext uri="{FF2B5EF4-FFF2-40B4-BE49-F238E27FC236}">
                  <a16:creationId xmlns:a16="http://schemas.microsoft.com/office/drawing/2014/main" id="{27F94D6F-119F-4690-C437-5FCCA797D7E9}"/>
                </a:ext>
              </a:extLst>
            </p:cNvPr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27">
              <a:extLst>
                <a:ext uri="{FF2B5EF4-FFF2-40B4-BE49-F238E27FC236}">
                  <a16:creationId xmlns:a16="http://schemas.microsoft.com/office/drawing/2014/main" id="{69DB20C7-CF2B-98EE-887B-ACEB00FE1496}"/>
                </a:ext>
              </a:extLst>
            </p:cNvPr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28">
              <a:extLst>
                <a:ext uri="{FF2B5EF4-FFF2-40B4-BE49-F238E27FC236}">
                  <a16:creationId xmlns:a16="http://schemas.microsoft.com/office/drawing/2014/main" id="{3F17E794-6ACA-5AF2-3593-F3DC8CE917AD}"/>
                </a:ext>
              </a:extLst>
            </p:cNvPr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3" name="object 29">
              <a:extLst>
                <a:ext uri="{FF2B5EF4-FFF2-40B4-BE49-F238E27FC236}">
                  <a16:creationId xmlns:a16="http://schemas.microsoft.com/office/drawing/2014/main" id="{5B9E7E04-59B1-5032-CC91-B66245A5F345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114" name="object 30">
              <a:extLst>
                <a:ext uri="{FF2B5EF4-FFF2-40B4-BE49-F238E27FC236}">
                  <a16:creationId xmlns:a16="http://schemas.microsoft.com/office/drawing/2014/main" id="{505964B2-58EF-7571-31D4-4BC9DD3B777F}"/>
                </a:ext>
              </a:extLst>
            </p:cNvPr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5" name="object 31">
              <a:extLst>
                <a:ext uri="{FF2B5EF4-FFF2-40B4-BE49-F238E27FC236}">
                  <a16:creationId xmlns:a16="http://schemas.microsoft.com/office/drawing/2014/main" id="{CB980A7C-14F2-8926-7923-E653B5DBF5A1}"/>
                </a:ext>
              </a:extLst>
            </p:cNvPr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116" name="object 32">
              <a:extLst>
                <a:ext uri="{FF2B5EF4-FFF2-40B4-BE49-F238E27FC236}">
                  <a16:creationId xmlns:a16="http://schemas.microsoft.com/office/drawing/2014/main" id="{1BC6442A-1FC1-2549-B6EE-280F70C8A5F6}"/>
                </a:ext>
              </a:extLst>
            </p:cNvPr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33">
              <a:extLst>
                <a:ext uri="{FF2B5EF4-FFF2-40B4-BE49-F238E27FC236}">
                  <a16:creationId xmlns:a16="http://schemas.microsoft.com/office/drawing/2014/main" id="{6980F54A-EE2A-308F-102C-B7E84D7890C2}"/>
                </a:ext>
              </a:extLst>
            </p:cNvPr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34">
              <a:extLst>
                <a:ext uri="{FF2B5EF4-FFF2-40B4-BE49-F238E27FC236}">
                  <a16:creationId xmlns:a16="http://schemas.microsoft.com/office/drawing/2014/main" id="{B593ED5C-191D-8423-9C9A-93813A3D7BE1}"/>
                </a:ext>
              </a:extLst>
            </p:cNvPr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35">
              <a:extLst>
                <a:ext uri="{FF2B5EF4-FFF2-40B4-BE49-F238E27FC236}">
                  <a16:creationId xmlns:a16="http://schemas.microsoft.com/office/drawing/2014/main" id="{26959587-D837-A2B1-A9B4-B19662FD9D22}"/>
                </a:ext>
              </a:extLst>
            </p:cNvPr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522" y="4508877"/>
            <a:ext cx="20081875" cy="5334635"/>
            <a:chOff x="22522" y="4508877"/>
            <a:chExt cx="20081875" cy="53346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22" y="4508877"/>
              <a:ext cx="20081578" cy="491085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9450" y="5927870"/>
              <a:ext cx="3485548" cy="35358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35530" y="5126843"/>
              <a:ext cx="4097236" cy="40894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59012" y="5312183"/>
              <a:ext cx="4845087" cy="4530960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5042296" y="2262894"/>
            <a:ext cx="769620" cy="863600"/>
          </a:xfrm>
          <a:custGeom>
            <a:avLst/>
            <a:gdLst/>
            <a:ahLst/>
            <a:cxnLst/>
            <a:rect l="l" t="t" r="r" b="b"/>
            <a:pathLst>
              <a:path w="769620" h="863600">
                <a:moveTo>
                  <a:pt x="769369" y="0"/>
                </a:moveTo>
                <a:lnTo>
                  <a:pt x="620577" y="0"/>
                </a:lnTo>
                <a:lnTo>
                  <a:pt x="620577" y="863544"/>
                </a:lnTo>
                <a:lnTo>
                  <a:pt x="769369" y="863544"/>
                </a:lnTo>
                <a:lnTo>
                  <a:pt x="769369" y="0"/>
                </a:lnTo>
                <a:close/>
              </a:path>
              <a:path w="769620" h="863600">
                <a:moveTo>
                  <a:pt x="573500" y="0"/>
                </a:moveTo>
                <a:lnTo>
                  <a:pt x="432238" y="0"/>
                </a:lnTo>
                <a:lnTo>
                  <a:pt x="432238" y="288158"/>
                </a:lnTo>
                <a:lnTo>
                  <a:pt x="295697" y="288158"/>
                </a:lnTo>
                <a:lnTo>
                  <a:pt x="295697" y="440709"/>
                </a:lnTo>
                <a:lnTo>
                  <a:pt x="432238" y="440709"/>
                </a:lnTo>
                <a:lnTo>
                  <a:pt x="432238" y="863533"/>
                </a:lnTo>
                <a:lnTo>
                  <a:pt x="573500" y="863533"/>
                </a:lnTo>
                <a:lnTo>
                  <a:pt x="573500" y="0"/>
                </a:lnTo>
                <a:close/>
              </a:path>
              <a:path w="769620" h="863600">
                <a:moveTo>
                  <a:pt x="384218" y="49904"/>
                </a:moveTo>
                <a:lnTo>
                  <a:pt x="0" y="49904"/>
                </a:lnTo>
                <a:lnTo>
                  <a:pt x="0" y="606452"/>
                </a:lnTo>
                <a:lnTo>
                  <a:pt x="8372" y="652330"/>
                </a:lnTo>
                <a:lnTo>
                  <a:pt x="32372" y="685320"/>
                </a:lnTo>
                <a:lnTo>
                  <a:pt x="70320" y="705245"/>
                </a:lnTo>
                <a:lnTo>
                  <a:pt x="120540" y="711925"/>
                </a:lnTo>
                <a:lnTo>
                  <a:pt x="388920" y="711925"/>
                </a:lnTo>
                <a:lnTo>
                  <a:pt x="388920" y="556548"/>
                </a:lnTo>
                <a:lnTo>
                  <a:pt x="190224" y="556548"/>
                </a:lnTo>
                <a:lnTo>
                  <a:pt x="179100" y="555017"/>
                </a:lnTo>
                <a:lnTo>
                  <a:pt x="171155" y="550659"/>
                </a:lnTo>
                <a:lnTo>
                  <a:pt x="166389" y="543830"/>
                </a:lnTo>
                <a:lnTo>
                  <a:pt x="164801" y="534884"/>
                </a:lnTo>
                <a:lnTo>
                  <a:pt x="164801" y="205292"/>
                </a:lnTo>
                <a:lnTo>
                  <a:pt x="384218" y="205292"/>
                </a:lnTo>
                <a:lnTo>
                  <a:pt x="384218" y="49904"/>
                </a:lnTo>
                <a:close/>
              </a:path>
            </a:pathLst>
          </a:custGeom>
          <a:solidFill>
            <a:srgbClr val="009D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894511" y="2262894"/>
            <a:ext cx="773430" cy="863600"/>
          </a:xfrm>
          <a:custGeom>
            <a:avLst/>
            <a:gdLst/>
            <a:ahLst/>
            <a:cxnLst/>
            <a:rect l="l" t="t" r="r" b="b"/>
            <a:pathLst>
              <a:path w="773429" h="863600">
                <a:moveTo>
                  <a:pt x="773138" y="0"/>
                </a:moveTo>
                <a:lnTo>
                  <a:pt x="601751" y="0"/>
                </a:lnTo>
                <a:lnTo>
                  <a:pt x="601751" y="863544"/>
                </a:lnTo>
                <a:lnTo>
                  <a:pt x="773138" y="863544"/>
                </a:lnTo>
                <a:lnTo>
                  <a:pt x="773138" y="0"/>
                </a:lnTo>
                <a:close/>
              </a:path>
              <a:path w="773429" h="863600">
                <a:moveTo>
                  <a:pt x="271206" y="36721"/>
                </a:moveTo>
                <a:lnTo>
                  <a:pt x="227322" y="40079"/>
                </a:lnTo>
                <a:lnTo>
                  <a:pt x="186710" y="49954"/>
                </a:lnTo>
                <a:lnTo>
                  <a:pt x="149562" y="66043"/>
                </a:lnTo>
                <a:lnTo>
                  <a:pt x="116069" y="88045"/>
                </a:lnTo>
                <a:lnTo>
                  <a:pt x="86421" y="115660"/>
                </a:lnTo>
                <a:lnTo>
                  <a:pt x="60811" y="148585"/>
                </a:lnTo>
                <a:lnTo>
                  <a:pt x="39428" y="186519"/>
                </a:lnTo>
                <a:lnTo>
                  <a:pt x="22465" y="229161"/>
                </a:lnTo>
                <a:lnTo>
                  <a:pt x="10111" y="276210"/>
                </a:lnTo>
                <a:lnTo>
                  <a:pt x="2559" y="327365"/>
                </a:lnTo>
                <a:lnTo>
                  <a:pt x="0" y="382323"/>
                </a:lnTo>
                <a:lnTo>
                  <a:pt x="2559" y="437281"/>
                </a:lnTo>
                <a:lnTo>
                  <a:pt x="10111" y="488436"/>
                </a:lnTo>
                <a:lnTo>
                  <a:pt x="22465" y="535486"/>
                </a:lnTo>
                <a:lnTo>
                  <a:pt x="39428" y="578130"/>
                </a:lnTo>
                <a:lnTo>
                  <a:pt x="60811" y="616066"/>
                </a:lnTo>
                <a:lnTo>
                  <a:pt x="86421" y="648992"/>
                </a:lnTo>
                <a:lnTo>
                  <a:pt x="116069" y="676608"/>
                </a:lnTo>
                <a:lnTo>
                  <a:pt x="149562" y="698612"/>
                </a:lnTo>
                <a:lnTo>
                  <a:pt x="186710" y="714702"/>
                </a:lnTo>
                <a:lnTo>
                  <a:pt x="227322" y="724577"/>
                </a:lnTo>
                <a:lnTo>
                  <a:pt x="271206" y="727935"/>
                </a:lnTo>
                <a:lnTo>
                  <a:pt x="315093" y="724577"/>
                </a:lnTo>
                <a:lnTo>
                  <a:pt x="355707" y="714702"/>
                </a:lnTo>
                <a:lnTo>
                  <a:pt x="392856" y="698612"/>
                </a:lnTo>
                <a:lnTo>
                  <a:pt x="426351" y="676608"/>
                </a:lnTo>
                <a:lnTo>
                  <a:pt x="455999" y="648992"/>
                </a:lnTo>
                <a:lnTo>
                  <a:pt x="481611" y="616066"/>
                </a:lnTo>
                <a:lnTo>
                  <a:pt x="502994" y="578130"/>
                </a:lnTo>
                <a:lnTo>
                  <a:pt x="508209" y="565019"/>
                </a:lnTo>
                <a:lnTo>
                  <a:pt x="271206" y="565019"/>
                </a:lnTo>
                <a:lnTo>
                  <a:pt x="234761" y="556234"/>
                </a:lnTo>
                <a:lnTo>
                  <a:pt x="205864" y="531358"/>
                </a:lnTo>
                <a:lnTo>
                  <a:pt x="184833" y="492603"/>
                </a:lnTo>
                <a:lnTo>
                  <a:pt x="171982" y="442187"/>
                </a:lnTo>
                <a:lnTo>
                  <a:pt x="167628" y="382323"/>
                </a:lnTo>
                <a:lnTo>
                  <a:pt x="171982" y="322464"/>
                </a:lnTo>
                <a:lnTo>
                  <a:pt x="184833" y="272051"/>
                </a:lnTo>
                <a:lnTo>
                  <a:pt x="205864" y="233298"/>
                </a:lnTo>
                <a:lnTo>
                  <a:pt x="234761" y="208422"/>
                </a:lnTo>
                <a:lnTo>
                  <a:pt x="271206" y="199637"/>
                </a:lnTo>
                <a:lnTo>
                  <a:pt x="508212" y="199637"/>
                </a:lnTo>
                <a:lnTo>
                  <a:pt x="502994" y="186519"/>
                </a:lnTo>
                <a:lnTo>
                  <a:pt x="481611" y="148585"/>
                </a:lnTo>
                <a:lnTo>
                  <a:pt x="455999" y="115660"/>
                </a:lnTo>
                <a:lnTo>
                  <a:pt x="426351" y="88045"/>
                </a:lnTo>
                <a:lnTo>
                  <a:pt x="392856" y="66043"/>
                </a:lnTo>
                <a:lnTo>
                  <a:pt x="355707" y="49954"/>
                </a:lnTo>
                <a:lnTo>
                  <a:pt x="315093" y="40079"/>
                </a:lnTo>
                <a:lnTo>
                  <a:pt x="271206" y="36721"/>
                </a:lnTo>
                <a:close/>
              </a:path>
              <a:path w="773429" h="863600">
                <a:moveTo>
                  <a:pt x="508212" y="199637"/>
                </a:moveTo>
                <a:lnTo>
                  <a:pt x="271206" y="199637"/>
                </a:lnTo>
                <a:lnTo>
                  <a:pt x="308018" y="208422"/>
                </a:lnTo>
                <a:lnTo>
                  <a:pt x="336963" y="233298"/>
                </a:lnTo>
                <a:lnTo>
                  <a:pt x="357860" y="272051"/>
                </a:lnTo>
                <a:lnTo>
                  <a:pt x="370531" y="322464"/>
                </a:lnTo>
                <a:lnTo>
                  <a:pt x="374794" y="382323"/>
                </a:lnTo>
                <a:lnTo>
                  <a:pt x="370531" y="442187"/>
                </a:lnTo>
                <a:lnTo>
                  <a:pt x="357860" y="492603"/>
                </a:lnTo>
                <a:lnTo>
                  <a:pt x="336963" y="531358"/>
                </a:lnTo>
                <a:lnTo>
                  <a:pt x="308018" y="556234"/>
                </a:lnTo>
                <a:lnTo>
                  <a:pt x="271206" y="565019"/>
                </a:lnTo>
                <a:lnTo>
                  <a:pt x="508209" y="565019"/>
                </a:lnTo>
                <a:lnTo>
                  <a:pt x="519957" y="535486"/>
                </a:lnTo>
                <a:lnTo>
                  <a:pt x="532311" y="488436"/>
                </a:lnTo>
                <a:lnTo>
                  <a:pt x="539863" y="437281"/>
                </a:lnTo>
                <a:lnTo>
                  <a:pt x="542423" y="382323"/>
                </a:lnTo>
                <a:lnTo>
                  <a:pt x="539863" y="327365"/>
                </a:lnTo>
                <a:lnTo>
                  <a:pt x="532311" y="276210"/>
                </a:lnTo>
                <a:lnTo>
                  <a:pt x="519957" y="229161"/>
                </a:lnTo>
                <a:lnTo>
                  <a:pt x="508212" y="199637"/>
                </a:lnTo>
                <a:close/>
              </a:path>
            </a:pathLst>
          </a:custGeom>
          <a:solidFill>
            <a:srgbClr val="009D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788152" y="2262893"/>
            <a:ext cx="755650" cy="863600"/>
          </a:xfrm>
          <a:custGeom>
            <a:avLst/>
            <a:gdLst/>
            <a:ahLst/>
            <a:cxnLst/>
            <a:rect l="l" t="t" r="r" b="b"/>
            <a:pathLst>
              <a:path w="755650" h="863600">
                <a:moveTo>
                  <a:pt x="755244" y="0"/>
                </a:moveTo>
                <a:lnTo>
                  <a:pt x="583856" y="0"/>
                </a:lnTo>
                <a:lnTo>
                  <a:pt x="583856" y="294744"/>
                </a:lnTo>
                <a:lnTo>
                  <a:pt x="483095" y="294744"/>
                </a:lnTo>
                <a:lnTo>
                  <a:pt x="483095" y="450132"/>
                </a:lnTo>
                <a:lnTo>
                  <a:pt x="583856" y="450132"/>
                </a:lnTo>
                <a:lnTo>
                  <a:pt x="583856" y="863533"/>
                </a:lnTo>
                <a:lnTo>
                  <a:pt x="755244" y="863533"/>
                </a:lnTo>
                <a:lnTo>
                  <a:pt x="755244" y="0"/>
                </a:lnTo>
                <a:close/>
              </a:path>
              <a:path w="755650" h="863600">
                <a:moveTo>
                  <a:pt x="473681" y="49904"/>
                </a:moveTo>
                <a:lnTo>
                  <a:pt x="0" y="49904"/>
                </a:lnTo>
                <a:lnTo>
                  <a:pt x="0" y="586683"/>
                </a:lnTo>
                <a:lnTo>
                  <a:pt x="6614" y="633104"/>
                </a:lnTo>
                <a:lnTo>
                  <a:pt x="25794" y="669443"/>
                </a:lnTo>
                <a:lnTo>
                  <a:pt x="56547" y="695567"/>
                </a:lnTo>
                <a:lnTo>
                  <a:pt x="97877" y="711339"/>
                </a:lnTo>
                <a:lnTo>
                  <a:pt x="148791" y="716627"/>
                </a:lnTo>
                <a:lnTo>
                  <a:pt x="482152" y="716627"/>
                </a:lnTo>
                <a:lnTo>
                  <a:pt x="482152" y="561249"/>
                </a:lnTo>
                <a:lnTo>
                  <a:pt x="202465" y="561249"/>
                </a:lnTo>
                <a:lnTo>
                  <a:pt x="188871" y="559249"/>
                </a:lnTo>
                <a:lnTo>
                  <a:pt x="179159" y="553717"/>
                </a:lnTo>
                <a:lnTo>
                  <a:pt x="173330" y="545360"/>
                </a:lnTo>
                <a:lnTo>
                  <a:pt x="171387" y="534884"/>
                </a:lnTo>
                <a:lnTo>
                  <a:pt x="171387" y="459546"/>
                </a:lnTo>
                <a:lnTo>
                  <a:pt x="445420" y="459546"/>
                </a:lnTo>
                <a:lnTo>
                  <a:pt x="445420" y="304168"/>
                </a:lnTo>
                <a:lnTo>
                  <a:pt x="171387" y="304168"/>
                </a:lnTo>
                <a:lnTo>
                  <a:pt x="171387" y="205292"/>
                </a:lnTo>
                <a:lnTo>
                  <a:pt x="473681" y="205292"/>
                </a:lnTo>
                <a:lnTo>
                  <a:pt x="473681" y="49904"/>
                </a:lnTo>
                <a:close/>
              </a:path>
            </a:pathLst>
          </a:custGeom>
          <a:solidFill>
            <a:srgbClr val="009D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649515" y="2259399"/>
            <a:ext cx="938530" cy="475615"/>
          </a:xfrm>
          <a:custGeom>
            <a:avLst/>
            <a:gdLst/>
            <a:ahLst/>
            <a:cxnLst/>
            <a:rect l="l" t="t" r="r" b="b"/>
            <a:pathLst>
              <a:path w="938529" h="475614">
                <a:moveTo>
                  <a:pt x="287667" y="185547"/>
                </a:moveTo>
                <a:lnTo>
                  <a:pt x="194348" y="185547"/>
                </a:lnTo>
                <a:lnTo>
                  <a:pt x="194348" y="94424"/>
                </a:lnTo>
                <a:lnTo>
                  <a:pt x="93332" y="94424"/>
                </a:lnTo>
                <a:lnTo>
                  <a:pt x="93332" y="185547"/>
                </a:lnTo>
                <a:lnTo>
                  <a:pt x="0" y="185547"/>
                </a:lnTo>
                <a:lnTo>
                  <a:pt x="0" y="259664"/>
                </a:lnTo>
                <a:lnTo>
                  <a:pt x="1384" y="269671"/>
                </a:lnTo>
                <a:lnTo>
                  <a:pt x="5283" y="276682"/>
                </a:lnTo>
                <a:lnTo>
                  <a:pt x="11353" y="280822"/>
                </a:lnTo>
                <a:lnTo>
                  <a:pt x="19215" y="282168"/>
                </a:lnTo>
                <a:lnTo>
                  <a:pt x="93332" y="282168"/>
                </a:lnTo>
                <a:lnTo>
                  <a:pt x="93332" y="379895"/>
                </a:lnTo>
                <a:lnTo>
                  <a:pt x="194348" y="379895"/>
                </a:lnTo>
                <a:lnTo>
                  <a:pt x="194348" y="282168"/>
                </a:lnTo>
                <a:lnTo>
                  <a:pt x="287667" y="282168"/>
                </a:lnTo>
                <a:lnTo>
                  <a:pt x="287667" y="185547"/>
                </a:lnTo>
                <a:close/>
              </a:path>
              <a:path w="938529" h="475614">
                <a:moveTo>
                  <a:pt x="789990" y="475411"/>
                </a:moveTo>
                <a:lnTo>
                  <a:pt x="754926" y="373849"/>
                </a:lnTo>
                <a:lnTo>
                  <a:pt x="723277" y="282168"/>
                </a:lnTo>
                <a:lnTo>
                  <a:pt x="660920" y="101561"/>
                </a:lnTo>
                <a:lnTo>
                  <a:pt x="625856" y="0"/>
                </a:lnTo>
                <a:lnTo>
                  <a:pt x="614324" y="0"/>
                </a:lnTo>
                <a:lnTo>
                  <a:pt x="614324" y="282168"/>
                </a:lnTo>
                <a:lnTo>
                  <a:pt x="498487" y="282168"/>
                </a:lnTo>
                <a:lnTo>
                  <a:pt x="556679" y="101561"/>
                </a:lnTo>
                <a:lnTo>
                  <a:pt x="614324" y="282168"/>
                </a:lnTo>
                <a:lnTo>
                  <a:pt x="614324" y="0"/>
                </a:lnTo>
                <a:lnTo>
                  <a:pt x="486968" y="0"/>
                </a:lnTo>
                <a:lnTo>
                  <a:pt x="322808" y="475411"/>
                </a:lnTo>
                <a:lnTo>
                  <a:pt x="436460" y="475411"/>
                </a:lnTo>
                <a:lnTo>
                  <a:pt x="468845" y="373849"/>
                </a:lnTo>
                <a:lnTo>
                  <a:pt x="643978" y="373849"/>
                </a:lnTo>
                <a:lnTo>
                  <a:pt x="676363" y="475411"/>
                </a:lnTo>
                <a:lnTo>
                  <a:pt x="789990" y="475411"/>
                </a:lnTo>
                <a:close/>
              </a:path>
              <a:path w="938529" h="475614">
                <a:moveTo>
                  <a:pt x="938237" y="0"/>
                </a:moveTo>
                <a:lnTo>
                  <a:pt x="831189" y="0"/>
                </a:lnTo>
                <a:lnTo>
                  <a:pt x="831189" y="475411"/>
                </a:lnTo>
                <a:lnTo>
                  <a:pt x="938237" y="475411"/>
                </a:lnTo>
                <a:lnTo>
                  <a:pt x="938237" y="0"/>
                </a:lnTo>
                <a:close/>
              </a:path>
            </a:pathLst>
          </a:custGeom>
          <a:solidFill>
            <a:srgbClr val="FAA7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785568" y="2313745"/>
            <a:ext cx="825500" cy="738505"/>
          </a:xfrm>
          <a:custGeom>
            <a:avLst/>
            <a:gdLst/>
            <a:ahLst/>
            <a:cxnLst/>
            <a:rect l="l" t="t" r="r" b="b"/>
            <a:pathLst>
              <a:path w="825500" h="738505">
                <a:moveTo>
                  <a:pt x="741118" y="0"/>
                </a:moveTo>
                <a:lnTo>
                  <a:pt x="85693" y="0"/>
                </a:lnTo>
                <a:lnTo>
                  <a:pt x="85693" y="157262"/>
                </a:lnTo>
                <a:lnTo>
                  <a:pt x="570673" y="157262"/>
                </a:lnTo>
                <a:lnTo>
                  <a:pt x="569720" y="243898"/>
                </a:lnTo>
                <a:lnTo>
                  <a:pt x="78154" y="243898"/>
                </a:lnTo>
                <a:lnTo>
                  <a:pt x="78154" y="402220"/>
                </a:lnTo>
                <a:lnTo>
                  <a:pt x="559350" y="402220"/>
                </a:lnTo>
                <a:lnTo>
                  <a:pt x="556352" y="427060"/>
                </a:lnTo>
                <a:lnTo>
                  <a:pt x="552895" y="451310"/>
                </a:lnTo>
                <a:lnTo>
                  <a:pt x="548906" y="475208"/>
                </a:lnTo>
                <a:lnTo>
                  <a:pt x="544297" y="499105"/>
                </a:lnTo>
                <a:lnTo>
                  <a:pt x="708156" y="529240"/>
                </a:lnTo>
                <a:lnTo>
                  <a:pt x="718771" y="488696"/>
                </a:lnTo>
                <a:lnTo>
                  <a:pt x="727163" y="446609"/>
                </a:lnTo>
                <a:lnTo>
                  <a:pt x="733464" y="402220"/>
                </a:lnTo>
                <a:lnTo>
                  <a:pt x="737803" y="354772"/>
                </a:lnTo>
                <a:lnTo>
                  <a:pt x="740311" y="303508"/>
                </a:lnTo>
                <a:lnTo>
                  <a:pt x="741118" y="247667"/>
                </a:lnTo>
                <a:lnTo>
                  <a:pt x="741118" y="0"/>
                </a:lnTo>
                <a:close/>
              </a:path>
              <a:path w="825500" h="738505">
                <a:moveTo>
                  <a:pt x="824927" y="582914"/>
                </a:moveTo>
                <a:lnTo>
                  <a:pt x="0" y="582914"/>
                </a:lnTo>
                <a:lnTo>
                  <a:pt x="0" y="738302"/>
                </a:lnTo>
                <a:lnTo>
                  <a:pt x="824927" y="738302"/>
                </a:lnTo>
                <a:lnTo>
                  <a:pt x="824927" y="582914"/>
                </a:lnTo>
                <a:close/>
              </a:path>
            </a:pathLst>
          </a:custGeom>
          <a:solidFill>
            <a:srgbClr val="2F4E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689569" y="2262894"/>
            <a:ext cx="750570" cy="863600"/>
          </a:xfrm>
          <a:custGeom>
            <a:avLst/>
            <a:gdLst/>
            <a:ahLst/>
            <a:cxnLst/>
            <a:rect l="l" t="t" r="r" b="b"/>
            <a:pathLst>
              <a:path w="750570" h="863600">
                <a:moveTo>
                  <a:pt x="750532" y="0"/>
                </a:moveTo>
                <a:lnTo>
                  <a:pt x="579144" y="0"/>
                </a:lnTo>
                <a:lnTo>
                  <a:pt x="579144" y="863544"/>
                </a:lnTo>
                <a:lnTo>
                  <a:pt x="750532" y="863544"/>
                </a:lnTo>
                <a:lnTo>
                  <a:pt x="750532" y="0"/>
                </a:lnTo>
                <a:close/>
              </a:path>
              <a:path w="750570" h="863600">
                <a:moveTo>
                  <a:pt x="484027" y="49904"/>
                </a:moveTo>
                <a:lnTo>
                  <a:pt x="0" y="49904"/>
                </a:lnTo>
                <a:lnTo>
                  <a:pt x="0" y="205292"/>
                </a:lnTo>
                <a:lnTo>
                  <a:pt x="322063" y="205292"/>
                </a:lnTo>
                <a:lnTo>
                  <a:pt x="322063" y="304158"/>
                </a:lnTo>
                <a:lnTo>
                  <a:pt x="0" y="304158"/>
                </a:lnTo>
                <a:lnTo>
                  <a:pt x="0" y="582914"/>
                </a:lnTo>
                <a:lnTo>
                  <a:pt x="6825" y="630812"/>
                </a:lnTo>
                <a:lnTo>
                  <a:pt x="26578" y="668222"/>
                </a:lnTo>
                <a:lnTo>
                  <a:pt x="58173" y="695054"/>
                </a:lnTo>
                <a:lnTo>
                  <a:pt x="100525" y="711219"/>
                </a:lnTo>
                <a:lnTo>
                  <a:pt x="152550" y="716627"/>
                </a:lnTo>
                <a:lnTo>
                  <a:pt x="500989" y="716627"/>
                </a:lnTo>
                <a:lnTo>
                  <a:pt x="500989" y="561249"/>
                </a:lnTo>
                <a:lnTo>
                  <a:pt x="193983" y="561249"/>
                </a:lnTo>
                <a:lnTo>
                  <a:pt x="179846" y="559234"/>
                </a:lnTo>
                <a:lnTo>
                  <a:pt x="169858" y="553599"/>
                </a:lnTo>
                <a:lnTo>
                  <a:pt x="163930" y="544962"/>
                </a:lnTo>
                <a:lnTo>
                  <a:pt x="161974" y="533941"/>
                </a:lnTo>
                <a:lnTo>
                  <a:pt x="161974" y="459546"/>
                </a:lnTo>
                <a:lnTo>
                  <a:pt x="484027" y="459546"/>
                </a:lnTo>
                <a:lnTo>
                  <a:pt x="484027" y="49904"/>
                </a:lnTo>
                <a:close/>
              </a:path>
            </a:pathLst>
          </a:custGeom>
          <a:solidFill>
            <a:srgbClr val="2F4E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532360" y="2262894"/>
            <a:ext cx="803275" cy="863600"/>
          </a:xfrm>
          <a:custGeom>
            <a:avLst/>
            <a:gdLst/>
            <a:ahLst/>
            <a:cxnLst/>
            <a:rect l="l" t="t" r="r" b="b"/>
            <a:pathLst>
              <a:path w="803275" h="863600">
                <a:moveTo>
                  <a:pt x="803263" y="0"/>
                </a:moveTo>
                <a:lnTo>
                  <a:pt x="657309" y="0"/>
                </a:lnTo>
                <a:lnTo>
                  <a:pt x="657309" y="863544"/>
                </a:lnTo>
                <a:lnTo>
                  <a:pt x="803263" y="863544"/>
                </a:lnTo>
                <a:lnTo>
                  <a:pt x="803263" y="0"/>
                </a:lnTo>
                <a:close/>
              </a:path>
              <a:path w="803275" h="863600">
                <a:moveTo>
                  <a:pt x="612107" y="458603"/>
                </a:moveTo>
                <a:lnTo>
                  <a:pt x="472739" y="458603"/>
                </a:lnTo>
                <a:lnTo>
                  <a:pt x="472739" y="863533"/>
                </a:lnTo>
                <a:lnTo>
                  <a:pt x="612107" y="863533"/>
                </a:lnTo>
                <a:lnTo>
                  <a:pt x="612107" y="458603"/>
                </a:lnTo>
                <a:close/>
              </a:path>
              <a:path w="803275" h="863600">
                <a:moveTo>
                  <a:pt x="217532" y="36721"/>
                </a:moveTo>
                <a:lnTo>
                  <a:pt x="178488" y="40523"/>
                </a:lnTo>
                <a:lnTo>
                  <a:pt x="110742" y="70209"/>
                </a:lnTo>
                <a:lnTo>
                  <a:pt x="57913" y="127717"/>
                </a:lnTo>
                <a:lnTo>
                  <a:pt x="37516" y="166297"/>
                </a:lnTo>
                <a:lnTo>
                  <a:pt x="21357" y="211103"/>
                </a:lnTo>
                <a:lnTo>
                  <a:pt x="9604" y="261892"/>
                </a:lnTo>
                <a:lnTo>
                  <a:pt x="2429" y="318422"/>
                </a:lnTo>
                <a:lnTo>
                  <a:pt x="0" y="380449"/>
                </a:lnTo>
                <a:lnTo>
                  <a:pt x="2429" y="442473"/>
                </a:lnTo>
                <a:lnTo>
                  <a:pt x="9604" y="499000"/>
                </a:lnTo>
                <a:lnTo>
                  <a:pt x="21357" y="549788"/>
                </a:lnTo>
                <a:lnTo>
                  <a:pt x="37516" y="594592"/>
                </a:lnTo>
                <a:lnTo>
                  <a:pt x="57913" y="633171"/>
                </a:lnTo>
                <a:lnTo>
                  <a:pt x="82378" y="665281"/>
                </a:lnTo>
                <a:lnTo>
                  <a:pt x="142835" y="709121"/>
                </a:lnTo>
                <a:lnTo>
                  <a:pt x="217532" y="724166"/>
                </a:lnTo>
                <a:lnTo>
                  <a:pt x="260054" y="719630"/>
                </a:lnTo>
                <a:lnTo>
                  <a:pt x="298480" y="706243"/>
                </a:lnTo>
                <a:lnTo>
                  <a:pt x="332601" y="684336"/>
                </a:lnTo>
                <a:lnTo>
                  <a:pt x="362208" y="654241"/>
                </a:lnTo>
                <a:lnTo>
                  <a:pt x="387092" y="616289"/>
                </a:lnTo>
                <a:lnTo>
                  <a:pt x="407042" y="570811"/>
                </a:lnTo>
                <a:lnTo>
                  <a:pt x="407081" y="570673"/>
                </a:lnTo>
                <a:lnTo>
                  <a:pt x="220359" y="570673"/>
                </a:lnTo>
                <a:lnTo>
                  <a:pt x="196051" y="563192"/>
                </a:lnTo>
                <a:lnTo>
                  <a:pt x="164014" y="502935"/>
                </a:lnTo>
                <a:lnTo>
                  <a:pt x="156216" y="450612"/>
                </a:lnTo>
                <a:lnTo>
                  <a:pt x="153492" y="381381"/>
                </a:lnTo>
                <a:lnTo>
                  <a:pt x="156190" y="313411"/>
                </a:lnTo>
                <a:lnTo>
                  <a:pt x="164222" y="259993"/>
                </a:lnTo>
                <a:lnTo>
                  <a:pt x="177498" y="221444"/>
                </a:lnTo>
                <a:lnTo>
                  <a:pt x="195927" y="198082"/>
                </a:lnTo>
                <a:lnTo>
                  <a:pt x="219417" y="190224"/>
                </a:lnTo>
                <a:lnTo>
                  <a:pt x="406933" y="190224"/>
                </a:lnTo>
                <a:lnTo>
                  <a:pt x="387092" y="144828"/>
                </a:lnTo>
                <a:lnTo>
                  <a:pt x="362208" y="106763"/>
                </a:lnTo>
                <a:lnTo>
                  <a:pt x="332601" y="76600"/>
                </a:lnTo>
                <a:lnTo>
                  <a:pt x="298480" y="54659"/>
                </a:lnTo>
                <a:lnTo>
                  <a:pt x="260054" y="41259"/>
                </a:lnTo>
                <a:lnTo>
                  <a:pt x="217532" y="36721"/>
                </a:lnTo>
                <a:close/>
              </a:path>
              <a:path w="803275" h="863600">
                <a:moveTo>
                  <a:pt x="406933" y="190224"/>
                </a:moveTo>
                <a:lnTo>
                  <a:pt x="219417" y="190224"/>
                </a:lnTo>
                <a:lnTo>
                  <a:pt x="242906" y="198082"/>
                </a:lnTo>
                <a:lnTo>
                  <a:pt x="261332" y="221444"/>
                </a:lnTo>
                <a:lnTo>
                  <a:pt x="274605" y="259993"/>
                </a:lnTo>
                <a:lnTo>
                  <a:pt x="282635" y="313411"/>
                </a:lnTo>
                <a:lnTo>
                  <a:pt x="285294" y="380449"/>
                </a:lnTo>
                <a:lnTo>
                  <a:pt x="285331" y="381381"/>
                </a:lnTo>
                <a:lnTo>
                  <a:pt x="282849" y="449888"/>
                </a:lnTo>
                <a:lnTo>
                  <a:pt x="275325" y="502935"/>
                </a:lnTo>
                <a:lnTo>
                  <a:pt x="262350" y="541201"/>
                </a:lnTo>
                <a:lnTo>
                  <a:pt x="220359" y="570673"/>
                </a:lnTo>
                <a:lnTo>
                  <a:pt x="407081" y="570673"/>
                </a:lnTo>
                <a:lnTo>
                  <a:pt x="421850" y="518139"/>
                </a:lnTo>
                <a:lnTo>
                  <a:pt x="431306" y="458603"/>
                </a:lnTo>
                <a:lnTo>
                  <a:pt x="612107" y="458603"/>
                </a:lnTo>
                <a:lnTo>
                  <a:pt x="612107" y="303226"/>
                </a:lnTo>
                <a:lnTo>
                  <a:pt x="431306" y="303226"/>
                </a:lnTo>
                <a:lnTo>
                  <a:pt x="421850" y="243379"/>
                </a:lnTo>
                <a:lnTo>
                  <a:pt x="407042" y="190473"/>
                </a:lnTo>
                <a:lnTo>
                  <a:pt x="406933" y="190224"/>
                </a:lnTo>
                <a:close/>
              </a:path>
              <a:path w="803275" h="863600">
                <a:moveTo>
                  <a:pt x="612107" y="0"/>
                </a:moveTo>
                <a:lnTo>
                  <a:pt x="472739" y="0"/>
                </a:lnTo>
                <a:lnTo>
                  <a:pt x="472739" y="303226"/>
                </a:lnTo>
                <a:lnTo>
                  <a:pt x="612107" y="303226"/>
                </a:lnTo>
                <a:lnTo>
                  <a:pt x="612107" y="0"/>
                </a:lnTo>
                <a:close/>
              </a:path>
            </a:pathLst>
          </a:custGeom>
          <a:solidFill>
            <a:srgbClr val="2F4E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1418479" y="2262894"/>
            <a:ext cx="773430" cy="863600"/>
          </a:xfrm>
          <a:custGeom>
            <a:avLst/>
            <a:gdLst/>
            <a:ahLst/>
            <a:cxnLst/>
            <a:rect l="l" t="t" r="r" b="b"/>
            <a:pathLst>
              <a:path w="773429" h="863600">
                <a:moveTo>
                  <a:pt x="773138" y="0"/>
                </a:moveTo>
                <a:lnTo>
                  <a:pt x="601751" y="0"/>
                </a:lnTo>
                <a:lnTo>
                  <a:pt x="601751" y="863544"/>
                </a:lnTo>
                <a:lnTo>
                  <a:pt x="773138" y="863544"/>
                </a:lnTo>
                <a:lnTo>
                  <a:pt x="773138" y="0"/>
                </a:lnTo>
                <a:close/>
              </a:path>
              <a:path w="773429" h="863600">
                <a:moveTo>
                  <a:pt x="271206" y="36721"/>
                </a:moveTo>
                <a:lnTo>
                  <a:pt x="227319" y="40079"/>
                </a:lnTo>
                <a:lnTo>
                  <a:pt x="186706" y="49954"/>
                </a:lnTo>
                <a:lnTo>
                  <a:pt x="149557" y="66043"/>
                </a:lnTo>
                <a:lnTo>
                  <a:pt x="116064" y="88045"/>
                </a:lnTo>
                <a:lnTo>
                  <a:pt x="86417" y="115660"/>
                </a:lnTo>
                <a:lnTo>
                  <a:pt x="60807" y="148585"/>
                </a:lnTo>
                <a:lnTo>
                  <a:pt x="39426" y="186519"/>
                </a:lnTo>
                <a:lnTo>
                  <a:pt x="22463" y="229161"/>
                </a:lnTo>
                <a:lnTo>
                  <a:pt x="10111" y="276210"/>
                </a:lnTo>
                <a:lnTo>
                  <a:pt x="2559" y="327365"/>
                </a:lnTo>
                <a:lnTo>
                  <a:pt x="0" y="382323"/>
                </a:lnTo>
                <a:lnTo>
                  <a:pt x="2559" y="437281"/>
                </a:lnTo>
                <a:lnTo>
                  <a:pt x="10111" y="488436"/>
                </a:lnTo>
                <a:lnTo>
                  <a:pt x="22463" y="535486"/>
                </a:lnTo>
                <a:lnTo>
                  <a:pt x="39426" y="578130"/>
                </a:lnTo>
                <a:lnTo>
                  <a:pt x="60807" y="616066"/>
                </a:lnTo>
                <a:lnTo>
                  <a:pt x="86417" y="648992"/>
                </a:lnTo>
                <a:lnTo>
                  <a:pt x="116064" y="676608"/>
                </a:lnTo>
                <a:lnTo>
                  <a:pt x="149557" y="698612"/>
                </a:lnTo>
                <a:lnTo>
                  <a:pt x="186706" y="714702"/>
                </a:lnTo>
                <a:lnTo>
                  <a:pt x="227319" y="724577"/>
                </a:lnTo>
                <a:lnTo>
                  <a:pt x="271206" y="727935"/>
                </a:lnTo>
                <a:lnTo>
                  <a:pt x="315093" y="724577"/>
                </a:lnTo>
                <a:lnTo>
                  <a:pt x="355707" y="714702"/>
                </a:lnTo>
                <a:lnTo>
                  <a:pt x="392856" y="698612"/>
                </a:lnTo>
                <a:lnTo>
                  <a:pt x="426351" y="676608"/>
                </a:lnTo>
                <a:lnTo>
                  <a:pt x="455999" y="648992"/>
                </a:lnTo>
                <a:lnTo>
                  <a:pt x="481611" y="616066"/>
                </a:lnTo>
                <a:lnTo>
                  <a:pt x="502994" y="578130"/>
                </a:lnTo>
                <a:lnTo>
                  <a:pt x="508209" y="565019"/>
                </a:lnTo>
                <a:lnTo>
                  <a:pt x="271206" y="565019"/>
                </a:lnTo>
                <a:lnTo>
                  <a:pt x="234761" y="556234"/>
                </a:lnTo>
                <a:lnTo>
                  <a:pt x="205864" y="531358"/>
                </a:lnTo>
                <a:lnTo>
                  <a:pt x="184833" y="492603"/>
                </a:lnTo>
                <a:lnTo>
                  <a:pt x="171982" y="442187"/>
                </a:lnTo>
                <a:lnTo>
                  <a:pt x="167628" y="382323"/>
                </a:lnTo>
                <a:lnTo>
                  <a:pt x="171982" y="322464"/>
                </a:lnTo>
                <a:lnTo>
                  <a:pt x="184833" y="272051"/>
                </a:lnTo>
                <a:lnTo>
                  <a:pt x="205864" y="233298"/>
                </a:lnTo>
                <a:lnTo>
                  <a:pt x="234761" y="208422"/>
                </a:lnTo>
                <a:lnTo>
                  <a:pt x="271206" y="199637"/>
                </a:lnTo>
                <a:lnTo>
                  <a:pt x="508212" y="199637"/>
                </a:lnTo>
                <a:lnTo>
                  <a:pt x="502994" y="186519"/>
                </a:lnTo>
                <a:lnTo>
                  <a:pt x="481611" y="148585"/>
                </a:lnTo>
                <a:lnTo>
                  <a:pt x="455999" y="115660"/>
                </a:lnTo>
                <a:lnTo>
                  <a:pt x="426351" y="88045"/>
                </a:lnTo>
                <a:lnTo>
                  <a:pt x="392856" y="66043"/>
                </a:lnTo>
                <a:lnTo>
                  <a:pt x="355707" y="49954"/>
                </a:lnTo>
                <a:lnTo>
                  <a:pt x="315093" y="40079"/>
                </a:lnTo>
                <a:lnTo>
                  <a:pt x="271206" y="36721"/>
                </a:lnTo>
                <a:close/>
              </a:path>
              <a:path w="773429" h="863600">
                <a:moveTo>
                  <a:pt x="508212" y="199637"/>
                </a:moveTo>
                <a:lnTo>
                  <a:pt x="271206" y="199637"/>
                </a:lnTo>
                <a:lnTo>
                  <a:pt x="308018" y="208422"/>
                </a:lnTo>
                <a:lnTo>
                  <a:pt x="336963" y="233298"/>
                </a:lnTo>
                <a:lnTo>
                  <a:pt x="357860" y="272051"/>
                </a:lnTo>
                <a:lnTo>
                  <a:pt x="370531" y="322464"/>
                </a:lnTo>
                <a:lnTo>
                  <a:pt x="374794" y="382323"/>
                </a:lnTo>
                <a:lnTo>
                  <a:pt x="370531" y="442187"/>
                </a:lnTo>
                <a:lnTo>
                  <a:pt x="357860" y="492603"/>
                </a:lnTo>
                <a:lnTo>
                  <a:pt x="336963" y="531358"/>
                </a:lnTo>
                <a:lnTo>
                  <a:pt x="308018" y="556234"/>
                </a:lnTo>
                <a:lnTo>
                  <a:pt x="271206" y="565019"/>
                </a:lnTo>
                <a:lnTo>
                  <a:pt x="508209" y="565019"/>
                </a:lnTo>
                <a:lnTo>
                  <a:pt x="519957" y="535486"/>
                </a:lnTo>
                <a:lnTo>
                  <a:pt x="532311" y="488436"/>
                </a:lnTo>
                <a:lnTo>
                  <a:pt x="539863" y="437281"/>
                </a:lnTo>
                <a:lnTo>
                  <a:pt x="542423" y="382323"/>
                </a:lnTo>
                <a:lnTo>
                  <a:pt x="539863" y="327365"/>
                </a:lnTo>
                <a:lnTo>
                  <a:pt x="532311" y="276210"/>
                </a:lnTo>
                <a:lnTo>
                  <a:pt x="519957" y="229161"/>
                </a:lnTo>
                <a:lnTo>
                  <a:pt x="508212" y="199637"/>
                </a:lnTo>
                <a:close/>
              </a:path>
            </a:pathLst>
          </a:custGeom>
          <a:solidFill>
            <a:srgbClr val="2F4E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2312122" y="2262893"/>
            <a:ext cx="755650" cy="863600"/>
          </a:xfrm>
          <a:custGeom>
            <a:avLst/>
            <a:gdLst/>
            <a:ahLst/>
            <a:cxnLst/>
            <a:rect l="l" t="t" r="r" b="b"/>
            <a:pathLst>
              <a:path w="755650" h="863600">
                <a:moveTo>
                  <a:pt x="755244" y="0"/>
                </a:moveTo>
                <a:lnTo>
                  <a:pt x="583856" y="0"/>
                </a:lnTo>
                <a:lnTo>
                  <a:pt x="583856" y="294744"/>
                </a:lnTo>
                <a:lnTo>
                  <a:pt x="483095" y="294744"/>
                </a:lnTo>
                <a:lnTo>
                  <a:pt x="483095" y="450132"/>
                </a:lnTo>
                <a:lnTo>
                  <a:pt x="583856" y="450132"/>
                </a:lnTo>
                <a:lnTo>
                  <a:pt x="583856" y="863533"/>
                </a:lnTo>
                <a:lnTo>
                  <a:pt x="755244" y="863533"/>
                </a:lnTo>
                <a:lnTo>
                  <a:pt x="755244" y="0"/>
                </a:lnTo>
                <a:close/>
              </a:path>
              <a:path w="755650" h="863600">
                <a:moveTo>
                  <a:pt x="473681" y="49904"/>
                </a:moveTo>
                <a:lnTo>
                  <a:pt x="0" y="49904"/>
                </a:lnTo>
                <a:lnTo>
                  <a:pt x="0" y="586683"/>
                </a:lnTo>
                <a:lnTo>
                  <a:pt x="6615" y="633104"/>
                </a:lnTo>
                <a:lnTo>
                  <a:pt x="25797" y="669443"/>
                </a:lnTo>
                <a:lnTo>
                  <a:pt x="56551" y="695567"/>
                </a:lnTo>
                <a:lnTo>
                  <a:pt x="97881" y="711339"/>
                </a:lnTo>
                <a:lnTo>
                  <a:pt x="148791" y="716627"/>
                </a:lnTo>
                <a:lnTo>
                  <a:pt x="482152" y="716627"/>
                </a:lnTo>
                <a:lnTo>
                  <a:pt x="482152" y="561249"/>
                </a:lnTo>
                <a:lnTo>
                  <a:pt x="202465" y="561249"/>
                </a:lnTo>
                <a:lnTo>
                  <a:pt x="188871" y="559249"/>
                </a:lnTo>
                <a:lnTo>
                  <a:pt x="179159" y="553717"/>
                </a:lnTo>
                <a:lnTo>
                  <a:pt x="173330" y="545360"/>
                </a:lnTo>
                <a:lnTo>
                  <a:pt x="171387" y="534884"/>
                </a:lnTo>
                <a:lnTo>
                  <a:pt x="171387" y="459546"/>
                </a:lnTo>
                <a:lnTo>
                  <a:pt x="445420" y="459546"/>
                </a:lnTo>
                <a:lnTo>
                  <a:pt x="445420" y="304168"/>
                </a:lnTo>
                <a:lnTo>
                  <a:pt x="171387" y="304168"/>
                </a:lnTo>
                <a:lnTo>
                  <a:pt x="171387" y="205292"/>
                </a:lnTo>
                <a:lnTo>
                  <a:pt x="473681" y="205292"/>
                </a:lnTo>
                <a:lnTo>
                  <a:pt x="473681" y="49904"/>
                </a:lnTo>
                <a:close/>
              </a:path>
            </a:pathLst>
          </a:custGeom>
          <a:solidFill>
            <a:srgbClr val="2F4E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3390339" y="2262888"/>
            <a:ext cx="798830" cy="861694"/>
          </a:xfrm>
          <a:custGeom>
            <a:avLst/>
            <a:gdLst/>
            <a:ahLst/>
            <a:cxnLst/>
            <a:rect l="l" t="t" r="r" b="b"/>
            <a:pathLst>
              <a:path w="798830" h="861694">
                <a:moveTo>
                  <a:pt x="595154" y="0"/>
                </a:moveTo>
                <a:lnTo>
                  <a:pt x="451064" y="0"/>
                </a:lnTo>
                <a:lnTo>
                  <a:pt x="451064" y="473681"/>
                </a:lnTo>
                <a:lnTo>
                  <a:pt x="595154" y="473681"/>
                </a:lnTo>
                <a:lnTo>
                  <a:pt x="595154" y="316419"/>
                </a:lnTo>
                <a:lnTo>
                  <a:pt x="798562" y="316419"/>
                </a:lnTo>
                <a:lnTo>
                  <a:pt x="798562" y="163858"/>
                </a:lnTo>
                <a:lnTo>
                  <a:pt x="595154" y="163858"/>
                </a:lnTo>
                <a:lnTo>
                  <a:pt x="595154" y="0"/>
                </a:lnTo>
                <a:close/>
              </a:path>
              <a:path w="798830" h="861694">
                <a:moveTo>
                  <a:pt x="798562" y="316419"/>
                </a:moveTo>
                <a:lnTo>
                  <a:pt x="647886" y="316419"/>
                </a:lnTo>
                <a:lnTo>
                  <a:pt x="647886" y="473681"/>
                </a:lnTo>
                <a:lnTo>
                  <a:pt x="798562" y="473681"/>
                </a:lnTo>
                <a:lnTo>
                  <a:pt x="798562" y="316419"/>
                </a:lnTo>
                <a:close/>
              </a:path>
              <a:path w="798830" h="861694">
                <a:moveTo>
                  <a:pt x="798562" y="0"/>
                </a:moveTo>
                <a:lnTo>
                  <a:pt x="647886" y="0"/>
                </a:lnTo>
                <a:lnTo>
                  <a:pt x="647886" y="163858"/>
                </a:lnTo>
                <a:lnTo>
                  <a:pt x="798562" y="163858"/>
                </a:lnTo>
                <a:lnTo>
                  <a:pt x="798562" y="0"/>
                </a:lnTo>
                <a:close/>
              </a:path>
              <a:path w="798830" h="861694">
                <a:moveTo>
                  <a:pt x="798562" y="516057"/>
                </a:moveTo>
                <a:lnTo>
                  <a:pt x="139367" y="516057"/>
                </a:lnTo>
                <a:lnTo>
                  <a:pt x="139367" y="747715"/>
                </a:lnTo>
                <a:lnTo>
                  <a:pt x="148415" y="797302"/>
                </a:lnTo>
                <a:lnTo>
                  <a:pt x="174325" y="832939"/>
                </a:lnTo>
                <a:lnTo>
                  <a:pt x="215245" y="854450"/>
                </a:lnTo>
                <a:lnTo>
                  <a:pt x="269321" y="861659"/>
                </a:lnTo>
                <a:lnTo>
                  <a:pt x="798562" y="861659"/>
                </a:lnTo>
                <a:lnTo>
                  <a:pt x="798562" y="726993"/>
                </a:lnTo>
                <a:lnTo>
                  <a:pt x="338063" y="726993"/>
                </a:lnTo>
                <a:lnTo>
                  <a:pt x="325849" y="725303"/>
                </a:lnTo>
                <a:lnTo>
                  <a:pt x="317345" y="720525"/>
                </a:lnTo>
                <a:lnTo>
                  <a:pt x="312372" y="713096"/>
                </a:lnTo>
                <a:lnTo>
                  <a:pt x="310754" y="703455"/>
                </a:lnTo>
                <a:lnTo>
                  <a:pt x="310754" y="640357"/>
                </a:lnTo>
                <a:lnTo>
                  <a:pt x="798562" y="640357"/>
                </a:lnTo>
                <a:lnTo>
                  <a:pt x="798562" y="516057"/>
                </a:lnTo>
                <a:close/>
              </a:path>
              <a:path w="798830" h="861694">
                <a:moveTo>
                  <a:pt x="798562" y="640357"/>
                </a:moveTo>
                <a:lnTo>
                  <a:pt x="627164" y="640357"/>
                </a:lnTo>
                <a:lnTo>
                  <a:pt x="627164" y="726993"/>
                </a:lnTo>
                <a:lnTo>
                  <a:pt x="798562" y="726993"/>
                </a:lnTo>
                <a:lnTo>
                  <a:pt x="798562" y="640357"/>
                </a:lnTo>
                <a:close/>
              </a:path>
              <a:path w="798830" h="861694">
                <a:moveTo>
                  <a:pt x="379597" y="307006"/>
                </a:moveTo>
                <a:lnTo>
                  <a:pt x="209993" y="307006"/>
                </a:lnTo>
                <a:lnTo>
                  <a:pt x="186172" y="321363"/>
                </a:lnTo>
                <a:lnTo>
                  <a:pt x="153609" y="333603"/>
                </a:lnTo>
                <a:lnTo>
                  <a:pt x="111333" y="344078"/>
                </a:lnTo>
                <a:lnTo>
                  <a:pt x="58375" y="353141"/>
                </a:lnTo>
                <a:lnTo>
                  <a:pt x="0" y="361612"/>
                </a:lnTo>
                <a:lnTo>
                  <a:pt x="0" y="495335"/>
                </a:lnTo>
                <a:lnTo>
                  <a:pt x="64029" y="483095"/>
                </a:lnTo>
                <a:lnTo>
                  <a:pt x="132912" y="468140"/>
                </a:lnTo>
                <a:lnTo>
                  <a:pt x="192913" y="451245"/>
                </a:lnTo>
                <a:lnTo>
                  <a:pt x="244417" y="432000"/>
                </a:lnTo>
                <a:lnTo>
                  <a:pt x="287807" y="409992"/>
                </a:lnTo>
                <a:lnTo>
                  <a:pt x="323467" y="384807"/>
                </a:lnTo>
                <a:lnTo>
                  <a:pt x="351783" y="356035"/>
                </a:lnTo>
                <a:lnTo>
                  <a:pt x="373137" y="323262"/>
                </a:lnTo>
                <a:lnTo>
                  <a:pt x="379597" y="307006"/>
                </a:lnTo>
                <a:close/>
              </a:path>
              <a:path w="798830" h="861694">
                <a:moveTo>
                  <a:pt x="399275" y="28250"/>
                </a:moveTo>
                <a:lnTo>
                  <a:pt x="20721" y="28250"/>
                </a:lnTo>
                <a:lnTo>
                  <a:pt x="20721" y="152560"/>
                </a:lnTo>
                <a:lnTo>
                  <a:pt x="242013" y="152560"/>
                </a:lnTo>
                <a:lnTo>
                  <a:pt x="242013" y="192109"/>
                </a:lnTo>
                <a:lnTo>
                  <a:pt x="14125" y="192109"/>
                </a:lnTo>
                <a:lnTo>
                  <a:pt x="14125" y="308880"/>
                </a:lnTo>
                <a:lnTo>
                  <a:pt x="379597" y="307006"/>
                </a:lnTo>
                <a:lnTo>
                  <a:pt x="387914" y="286077"/>
                </a:lnTo>
                <a:lnTo>
                  <a:pt x="396499" y="244067"/>
                </a:lnTo>
                <a:lnTo>
                  <a:pt x="399275" y="196821"/>
                </a:lnTo>
                <a:lnTo>
                  <a:pt x="399275" y="28250"/>
                </a:lnTo>
                <a:close/>
              </a:path>
            </a:pathLst>
          </a:custGeom>
          <a:solidFill>
            <a:srgbClr val="2F4E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4338593" y="2313742"/>
            <a:ext cx="680085" cy="490855"/>
          </a:xfrm>
          <a:custGeom>
            <a:avLst/>
            <a:gdLst/>
            <a:ahLst/>
            <a:cxnLst/>
            <a:rect l="l" t="t" r="r" b="b"/>
            <a:pathLst>
              <a:path w="680084" h="490855">
                <a:moveTo>
                  <a:pt x="679907" y="0"/>
                </a:moveTo>
                <a:lnTo>
                  <a:pt x="406806" y="0"/>
                </a:lnTo>
                <a:lnTo>
                  <a:pt x="406806" y="152552"/>
                </a:lnTo>
                <a:lnTo>
                  <a:pt x="406806" y="339966"/>
                </a:lnTo>
                <a:lnTo>
                  <a:pt x="273088" y="339966"/>
                </a:lnTo>
                <a:lnTo>
                  <a:pt x="273088" y="152552"/>
                </a:lnTo>
                <a:lnTo>
                  <a:pt x="406806" y="152552"/>
                </a:lnTo>
                <a:lnTo>
                  <a:pt x="406806" y="0"/>
                </a:lnTo>
                <a:lnTo>
                  <a:pt x="0" y="0"/>
                </a:lnTo>
                <a:lnTo>
                  <a:pt x="0" y="152552"/>
                </a:lnTo>
                <a:lnTo>
                  <a:pt x="103593" y="152552"/>
                </a:lnTo>
                <a:lnTo>
                  <a:pt x="103593" y="339966"/>
                </a:lnTo>
                <a:lnTo>
                  <a:pt x="3759" y="339966"/>
                </a:lnTo>
                <a:lnTo>
                  <a:pt x="3759" y="490639"/>
                </a:lnTo>
                <a:lnTo>
                  <a:pt x="676135" y="490639"/>
                </a:lnTo>
                <a:lnTo>
                  <a:pt x="676135" y="339966"/>
                </a:lnTo>
                <a:lnTo>
                  <a:pt x="576313" y="339966"/>
                </a:lnTo>
                <a:lnTo>
                  <a:pt x="576313" y="152552"/>
                </a:lnTo>
                <a:lnTo>
                  <a:pt x="679907" y="152552"/>
                </a:lnTo>
                <a:lnTo>
                  <a:pt x="679907" y="0"/>
                </a:lnTo>
                <a:close/>
              </a:path>
            </a:pathLst>
          </a:custGeom>
          <a:solidFill>
            <a:srgbClr val="2F4E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4266088" y="2896655"/>
            <a:ext cx="825500" cy="155575"/>
          </a:xfrm>
          <a:custGeom>
            <a:avLst/>
            <a:gdLst/>
            <a:ahLst/>
            <a:cxnLst/>
            <a:rect l="l" t="t" r="r" b="b"/>
            <a:pathLst>
              <a:path w="825500" h="155575">
                <a:moveTo>
                  <a:pt x="824927" y="0"/>
                </a:moveTo>
                <a:lnTo>
                  <a:pt x="0" y="0"/>
                </a:lnTo>
                <a:lnTo>
                  <a:pt x="0" y="155387"/>
                </a:lnTo>
                <a:lnTo>
                  <a:pt x="824927" y="155387"/>
                </a:lnTo>
                <a:lnTo>
                  <a:pt x="824927" y="0"/>
                </a:lnTo>
                <a:close/>
              </a:path>
            </a:pathLst>
          </a:custGeom>
          <a:solidFill>
            <a:srgbClr val="2F4E9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6838979" y="9946478"/>
            <a:ext cx="718820" cy="697230"/>
            <a:chOff x="6838979" y="9946478"/>
            <a:chExt cx="718820" cy="697230"/>
          </a:xfrm>
        </p:grpSpPr>
        <p:sp>
          <p:nvSpPr>
            <p:cNvPr id="20" name="object 20"/>
            <p:cNvSpPr/>
            <p:nvPr/>
          </p:nvSpPr>
          <p:spPr>
            <a:xfrm>
              <a:off x="6838979" y="9946478"/>
              <a:ext cx="701040" cy="688975"/>
            </a:xfrm>
            <a:custGeom>
              <a:avLst/>
              <a:gdLst/>
              <a:ahLst/>
              <a:cxnLst/>
              <a:rect l="l" t="t" r="r" b="b"/>
              <a:pathLst>
                <a:path w="701040" h="688975">
                  <a:moveTo>
                    <a:pt x="359266" y="0"/>
                  </a:moveTo>
                  <a:lnTo>
                    <a:pt x="310523" y="3279"/>
                  </a:lnTo>
                  <a:lnTo>
                    <a:pt x="263771" y="12832"/>
                  </a:lnTo>
                  <a:lnTo>
                    <a:pt x="219438" y="28230"/>
                  </a:lnTo>
                  <a:lnTo>
                    <a:pt x="177953" y="49046"/>
                  </a:lnTo>
                  <a:lnTo>
                    <a:pt x="139744" y="74852"/>
                  </a:lnTo>
                  <a:lnTo>
                    <a:pt x="105240" y="105220"/>
                  </a:lnTo>
                  <a:lnTo>
                    <a:pt x="74868" y="139722"/>
                  </a:lnTo>
                  <a:lnTo>
                    <a:pt x="49058" y="177930"/>
                  </a:lnTo>
                  <a:lnTo>
                    <a:pt x="28238" y="219416"/>
                  </a:lnTo>
                  <a:lnTo>
                    <a:pt x="12835" y="263753"/>
                  </a:lnTo>
                  <a:lnTo>
                    <a:pt x="3280" y="310512"/>
                  </a:lnTo>
                  <a:lnTo>
                    <a:pt x="0" y="359266"/>
                  </a:lnTo>
                  <a:lnTo>
                    <a:pt x="3112" y="406908"/>
                  </a:lnTo>
                  <a:lnTo>
                    <a:pt x="12214" y="452715"/>
                  </a:lnTo>
                  <a:lnTo>
                    <a:pt x="26952" y="496117"/>
                  </a:lnTo>
                  <a:lnTo>
                    <a:pt x="46973" y="536545"/>
                  </a:lnTo>
                  <a:lnTo>
                    <a:pt x="71923" y="573430"/>
                  </a:lnTo>
                  <a:lnTo>
                    <a:pt x="101449" y="606203"/>
                  </a:lnTo>
                  <a:lnTo>
                    <a:pt x="135197" y="634294"/>
                  </a:lnTo>
                  <a:lnTo>
                    <a:pt x="172815" y="657133"/>
                  </a:lnTo>
                  <a:lnTo>
                    <a:pt x="213949" y="674152"/>
                  </a:lnTo>
                  <a:lnTo>
                    <a:pt x="258246" y="684780"/>
                  </a:lnTo>
                  <a:lnTo>
                    <a:pt x="305351" y="688450"/>
                  </a:lnTo>
                  <a:lnTo>
                    <a:pt x="356241" y="684827"/>
                  </a:lnTo>
                  <a:lnTo>
                    <a:pt x="402719" y="674343"/>
                  </a:lnTo>
                  <a:lnTo>
                    <a:pt x="444725" y="657577"/>
                  </a:lnTo>
                  <a:lnTo>
                    <a:pt x="482202" y="635107"/>
                  </a:lnTo>
                  <a:lnTo>
                    <a:pt x="515090" y="607512"/>
                  </a:lnTo>
                  <a:lnTo>
                    <a:pt x="543329" y="575369"/>
                  </a:lnTo>
                  <a:lnTo>
                    <a:pt x="566861" y="539257"/>
                  </a:lnTo>
                  <a:lnTo>
                    <a:pt x="585626" y="499754"/>
                  </a:lnTo>
                  <a:lnTo>
                    <a:pt x="595964" y="453615"/>
                  </a:lnTo>
                  <a:lnTo>
                    <a:pt x="591296" y="407655"/>
                  </a:lnTo>
                  <a:lnTo>
                    <a:pt x="571949" y="365986"/>
                  </a:lnTo>
                  <a:lnTo>
                    <a:pt x="538255" y="332722"/>
                  </a:lnTo>
                  <a:lnTo>
                    <a:pt x="490500" y="312510"/>
                  </a:lnTo>
                  <a:lnTo>
                    <a:pt x="441415" y="312829"/>
                  </a:lnTo>
                  <a:lnTo>
                    <a:pt x="396053" y="332476"/>
                  </a:lnTo>
                  <a:lnTo>
                    <a:pt x="359465" y="370250"/>
                  </a:lnTo>
                  <a:lnTo>
                    <a:pt x="331468" y="401145"/>
                  </a:lnTo>
                  <a:lnTo>
                    <a:pt x="301551" y="418701"/>
                  </a:lnTo>
                  <a:lnTo>
                    <a:pt x="274280" y="426563"/>
                  </a:lnTo>
                  <a:lnTo>
                    <a:pt x="254222" y="428374"/>
                  </a:lnTo>
                  <a:lnTo>
                    <a:pt x="209654" y="420517"/>
                  </a:lnTo>
                  <a:lnTo>
                    <a:pt x="173752" y="399694"/>
                  </a:lnTo>
                  <a:lnTo>
                    <a:pt x="147531" y="370029"/>
                  </a:lnTo>
                  <a:lnTo>
                    <a:pt x="131189" y="332743"/>
                  </a:lnTo>
                  <a:lnTo>
                    <a:pt x="124760" y="282755"/>
                  </a:lnTo>
                  <a:lnTo>
                    <a:pt x="128955" y="244888"/>
                  </a:lnTo>
                  <a:lnTo>
                    <a:pt x="141187" y="207211"/>
                  </a:lnTo>
                  <a:lnTo>
                    <a:pt x="160921" y="170863"/>
                  </a:lnTo>
                  <a:lnTo>
                    <a:pt x="187626" y="136984"/>
                  </a:lnTo>
                  <a:lnTo>
                    <a:pt x="220770" y="106711"/>
                  </a:lnTo>
                  <a:lnTo>
                    <a:pt x="259819" y="81184"/>
                  </a:lnTo>
                  <a:lnTo>
                    <a:pt x="304241" y="61540"/>
                  </a:lnTo>
                  <a:lnTo>
                    <a:pt x="353505" y="48919"/>
                  </a:lnTo>
                  <a:lnTo>
                    <a:pt x="407076" y="44459"/>
                  </a:lnTo>
                  <a:lnTo>
                    <a:pt x="467635" y="50181"/>
                  </a:lnTo>
                  <a:lnTo>
                    <a:pt x="521356" y="65882"/>
                  </a:lnTo>
                  <a:lnTo>
                    <a:pt x="568246" y="89364"/>
                  </a:lnTo>
                  <a:lnTo>
                    <a:pt x="608312" y="118428"/>
                  </a:lnTo>
                  <a:lnTo>
                    <a:pt x="641560" y="150875"/>
                  </a:lnTo>
                  <a:lnTo>
                    <a:pt x="667996" y="184508"/>
                  </a:lnTo>
                  <a:lnTo>
                    <a:pt x="700460" y="246536"/>
                  </a:lnTo>
                  <a:lnTo>
                    <a:pt x="699182" y="242694"/>
                  </a:lnTo>
                  <a:lnTo>
                    <a:pt x="679963" y="197188"/>
                  </a:lnTo>
                  <a:lnTo>
                    <a:pt x="654920" y="155129"/>
                  </a:lnTo>
                  <a:lnTo>
                    <a:pt x="624563" y="117027"/>
                  </a:lnTo>
                  <a:lnTo>
                    <a:pt x="589400" y="83390"/>
                  </a:lnTo>
                  <a:lnTo>
                    <a:pt x="549938" y="54727"/>
                  </a:lnTo>
                  <a:lnTo>
                    <a:pt x="506686" y="31547"/>
                  </a:lnTo>
                  <a:lnTo>
                    <a:pt x="460151" y="14360"/>
                  </a:lnTo>
                  <a:lnTo>
                    <a:pt x="410842" y="3674"/>
                  </a:lnTo>
                  <a:lnTo>
                    <a:pt x="359266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963744" y="9990930"/>
              <a:ext cx="593725" cy="652780"/>
            </a:xfrm>
            <a:custGeom>
              <a:avLst/>
              <a:gdLst/>
              <a:ahLst/>
              <a:cxnLst/>
              <a:rect l="l" t="t" r="r" b="b"/>
              <a:pathLst>
                <a:path w="593725" h="652779">
                  <a:moveTo>
                    <a:pt x="282316" y="0"/>
                  </a:moveTo>
                  <a:lnTo>
                    <a:pt x="228741" y="4460"/>
                  </a:lnTo>
                  <a:lnTo>
                    <a:pt x="179477" y="17081"/>
                  </a:lnTo>
                  <a:lnTo>
                    <a:pt x="135054" y="36725"/>
                  </a:lnTo>
                  <a:lnTo>
                    <a:pt x="96005" y="62253"/>
                  </a:lnTo>
                  <a:lnTo>
                    <a:pt x="62862" y="92526"/>
                  </a:lnTo>
                  <a:lnTo>
                    <a:pt x="36158" y="126407"/>
                  </a:lnTo>
                  <a:lnTo>
                    <a:pt x="16425" y="162756"/>
                  </a:lnTo>
                  <a:lnTo>
                    <a:pt x="4195" y="200436"/>
                  </a:lnTo>
                  <a:lnTo>
                    <a:pt x="0" y="238306"/>
                  </a:lnTo>
                  <a:lnTo>
                    <a:pt x="280" y="252166"/>
                  </a:lnTo>
                  <a:lnTo>
                    <a:pt x="1282" y="263755"/>
                  </a:lnTo>
                  <a:lnTo>
                    <a:pt x="3251" y="275114"/>
                  </a:lnTo>
                  <a:lnTo>
                    <a:pt x="6429" y="288284"/>
                  </a:lnTo>
                  <a:lnTo>
                    <a:pt x="4997" y="281838"/>
                  </a:lnTo>
                  <a:lnTo>
                    <a:pt x="3961" y="275398"/>
                  </a:lnTo>
                  <a:lnTo>
                    <a:pt x="3332" y="268996"/>
                  </a:lnTo>
                  <a:lnTo>
                    <a:pt x="3120" y="262662"/>
                  </a:lnTo>
                  <a:lnTo>
                    <a:pt x="8408" y="220400"/>
                  </a:lnTo>
                  <a:lnTo>
                    <a:pt x="23381" y="182052"/>
                  </a:lnTo>
                  <a:lnTo>
                    <a:pt x="46699" y="148147"/>
                  </a:lnTo>
                  <a:lnTo>
                    <a:pt x="77021" y="119216"/>
                  </a:lnTo>
                  <a:lnTo>
                    <a:pt x="113008" y="95790"/>
                  </a:lnTo>
                  <a:lnTo>
                    <a:pt x="153320" y="78400"/>
                  </a:lnTo>
                  <a:lnTo>
                    <a:pt x="196619" y="67577"/>
                  </a:lnTo>
                  <a:lnTo>
                    <a:pt x="241563" y="63851"/>
                  </a:lnTo>
                  <a:lnTo>
                    <a:pt x="289617" y="67729"/>
                  </a:lnTo>
                  <a:lnTo>
                    <a:pt x="335202" y="78956"/>
                  </a:lnTo>
                  <a:lnTo>
                    <a:pt x="377709" y="96921"/>
                  </a:lnTo>
                  <a:lnTo>
                    <a:pt x="416527" y="121014"/>
                  </a:lnTo>
                  <a:lnTo>
                    <a:pt x="451046" y="150624"/>
                  </a:lnTo>
                  <a:lnTo>
                    <a:pt x="480657" y="185142"/>
                  </a:lnTo>
                  <a:lnTo>
                    <a:pt x="504749" y="223956"/>
                  </a:lnTo>
                  <a:lnTo>
                    <a:pt x="522713" y="266456"/>
                  </a:lnTo>
                  <a:lnTo>
                    <a:pt x="533938" y="312032"/>
                  </a:lnTo>
                  <a:lnTo>
                    <a:pt x="537816" y="360072"/>
                  </a:lnTo>
                  <a:lnTo>
                    <a:pt x="534435" y="407284"/>
                  </a:lnTo>
                  <a:lnTo>
                    <a:pt x="524607" y="452403"/>
                  </a:lnTo>
                  <a:lnTo>
                    <a:pt x="508806" y="494956"/>
                  </a:lnTo>
                  <a:lnTo>
                    <a:pt x="487504" y="534470"/>
                  </a:lnTo>
                  <a:lnTo>
                    <a:pt x="461175" y="570472"/>
                  </a:lnTo>
                  <a:lnTo>
                    <a:pt x="430292" y="602488"/>
                  </a:lnTo>
                  <a:lnTo>
                    <a:pt x="395326" y="630045"/>
                  </a:lnTo>
                  <a:lnTo>
                    <a:pt x="356805" y="652744"/>
                  </a:lnTo>
                  <a:lnTo>
                    <a:pt x="401336" y="633089"/>
                  </a:lnTo>
                  <a:lnTo>
                    <a:pt x="442451" y="607824"/>
                  </a:lnTo>
                  <a:lnTo>
                    <a:pt x="479664" y="577436"/>
                  </a:lnTo>
                  <a:lnTo>
                    <a:pt x="512488" y="542412"/>
                  </a:lnTo>
                  <a:lnTo>
                    <a:pt x="540437" y="503241"/>
                  </a:lnTo>
                  <a:lnTo>
                    <a:pt x="563022" y="460409"/>
                  </a:lnTo>
                  <a:lnTo>
                    <a:pt x="579757" y="414405"/>
                  </a:lnTo>
                  <a:lnTo>
                    <a:pt x="590156" y="365715"/>
                  </a:lnTo>
                  <a:lnTo>
                    <a:pt x="593730" y="314828"/>
                  </a:lnTo>
                  <a:lnTo>
                    <a:pt x="592790" y="287915"/>
                  </a:lnTo>
                  <a:lnTo>
                    <a:pt x="584988" y="235834"/>
                  </a:lnTo>
                  <a:lnTo>
                    <a:pt x="566443" y="179894"/>
                  </a:lnTo>
                  <a:lnTo>
                    <a:pt x="547687" y="146719"/>
                  </a:lnTo>
                  <a:lnTo>
                    <a:pt x="521663" y="111994"/>
                  </a:lnTo>
                  <a:lnTo>
                    <a:pt x="488367" y="78144"/>
                  </a:lnTo>
                  <a:lnTo>
                    <a:pt x="447790" y="47594"/>
                  </a:lnTo>
                  <a:lnTo>
                    <a:pt x="399927" y="22769"/>
                  </a:lnTo>
                  <a:lnTo>
                    <a:pt x="344771" y="6096"/>
                  </a:lnTo>
                  <a:lnTo>
                    <a:pt x="282316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7781239" y="10156653"/>
            <a:ext cx="581025" cy="296545"/>
          </a:xfrm>
          <a:custGeom>
            <a:avLst/>
            <a:gdLst/>
            <a:ahLst/>
            <a:cxnLst/>
            <a:rect l="l" t="t" r="r" b="b"/>
            <a:pathLst>
              <a:path w="581025" h="296545">
                <a:moveTo>
                  <a:pt x="171678" y="22047"/>
                </a:moveTo>
                <a:lnTo>
                  <a:pt x="10820" y="22047"/>
                </a:lnTo>
                <a:lnTo>
                  <a:pt x="10820" y="53797"/>
                </a:lnTo>
                <a:lnTo>
                  <a:pt x="135890" y="53797"/>
                </a:lnTo>
                <a:lnTo>
                  <a:pt x="135890" y="201117"/>
                </a:lnTo>
                <a:lnTo>
                  <a:pt x="171678" y="201117"/>
                </a:lnTo>
                <a:lnTo>
                  <a:pt x="171678" y="53797"/>
                </a:lnTo>
                <a:lnTo>
                  <a:pt x="171678" y="22047"/>
                </a:lnTo>
                <a:close/>
              </a:path>
              <a:path w="581025" h="296545">
                <a:moveTo>
                  <a:pt x="190055" y="235407"/>
                </a:moveTo>
                <a:lnTo>
                  <a:pt x="95846" y="235407"/>
                </a:lnTo>
                <a:lnTo>
                  <a:pt x="95846" y="139877"/>
                </a:lnTo>
                <a:lnTo>
                  <a:pt x="59753" y="139877"/>
                </a:lnTo>
                <a:lnTo>
                  <a:pt x="59753" y="235407"/>
                </a:lnTo>
                <a:lnTo>
                  <a:pt x="0" y="235407"/>
                </a:lnTo>
                <a:lnTo>
                  <a:pt x="0" y="267690"/>
                </a:lnTo>
                <a:lnTo>
                  <a:pt x="190055" y="267690"/>
                </a:lnTo>
                <a:lnTo>
                  <a:pt x="190055" y="235407"/>
                </a:lnTo>
                <a:close/>
              </a:path>
              <a:path w="581025" h="296545">
                <a:moveTo>
                  <a:pt x="286245" y="128727"/>
                </a:moveTo>
                <a:lnTo>
                  <a:pt x="248805" y="128727"/>
                </a:lnTo>
                <a:lnTo>
                  <a:pt x="248805" y="5537"/>
                </a:lnTo>
                <a:lnTo>
                  <a:pt x="212394" y="5537"/>
                </a:lnTo>
                <a:lnTo>
                  <a:pt x="212394" y="128727"/>
                </a:lnTo>
                <a:lnTo>
                  <a:pt x="212394" y="163017"/>
                </a:lnTo>
                <a:lnTo>
                  <a:pt x="212394" y="296367"/>
                </a:lnTo>
                <a:lnTo>
                  <a:pt x="248805" y="296367"/>
                </a:lnTo>
                <a:lnTo>
                  <a:pt x="248805" y="163017"/>
                </a:lnTo>
                <a:lnTo>
                  <a:pt x="286245" y="163017"/>
                </a:lnTo>
                <a:lnTo>
                  <a:pt x="286245" y="128727"/>
                </a:lnTo>
                <a:close/>
              </a:path>
              <a:path w="581025" h="296545">
                <a:moveTo>
                  <a:pt x="449808" y="131394"/>
                </a:moveTo>
                <a:lnTo>
                  <a:pt x="449694" y="113919"/>
                </a:lnTo>
                <a:lnTo>
                  <a:pt x="447992" y="106464"/>
                </a:lnTo>
                <a:lnTo>
                  <a:pt x="440778" y="91465"/>
                </a:lnTo>
                <a:lnTo>
                  <a:pt x="440410" y="90970"/>
                </a:lnTo>
                <a:lnTo>
                  <a:pt x="436003" y="84886"/>
                </a:lnTo>
                <a:lnTo>
                  <a:pt x="430098" y="79222"/>
                </a:lnTo>
                <a:lnTo>
                  <a:pt x="423760" y="73812"/>
                </a:lnTo>
                <a:lnTo>
                  <a:pt x="416534" y="69405"/>
                </a:lnTo>
                <a:lnTo>
                  <a:pt x="415010" y="68783"/>
                </a:lnTo>
                <a:lnTo>
                  <a:pt x="415010" y="113919"/>
                </a:lnTo>
                <a:lnTo>
                  <a:pt x="414972" y="131394"/>
                </a:lnTo>
                <a:lnTo>
                  <a:pt x="411772" y="138798"/>
                </a:lnTo>
                <a:lnTo>
                  <a:pt x="398856" y="151409"/>
                </a:lnTo>
                <a:lnTo>
                  <a:pt x="390880" y="154660"/>
                </a:lnTo>
                <a:lnTo>
                  <a:pt x="373456" y="154660"/>
                </a:lnTo>
                <a:lnTo>
                  <a:pt x="365544" y="151409"/>
                </a:lnTo>
                <a:lnTo>
                  <a:pt x="352856" y="138798"/>
                </a:lnTo>
                <a:lnTo>
                  <a:pt x="349719" y="131394"/>
                </a:lnTo>
                <a:lnTo>
                  <a:pt x="349681" y="113919"/>
                </a:lnTo>
                <a:lnTo>
                  <a:pt x="352856" y="106464"/>
                </a:lnTo>
                <a:lnTo>
                  <a:pt x="365544" y="94068"/>
                </a:lnTo>
                <a:lnTo>
                  <a:pt x="373202" y="90970"/>
                </a:lnTo>
                <a:lnTo>
                  <a:pt x="391147" y="90970"/>
                </a:lnTo>
                <a:lnTo>
                  <a:pt x="398856" y="94068"/>
                </a:lnTo>
                <a:lnTo>
                  <a:pt x="411772" y="106464"/>
                </a:lnTo>
                <a:lnTo>
                  <a:pt x="415010" y="113919"/>
                </a:lnTo>
                <a:lnTo>
                  <a:pt x="415010" y="68783"/>
                </a:lnTo>
                <a:lnTo>
                  <a:pt x="382181" y="60985"/>
                </a:lnTo>
                <a:lnTo>
                  <a:pt x="375234" y="61302"/>
                </a:lnTo>
                <a:lnTo>
                  <a:pt x="334251" y="79222"/>
                </a:lnTo>
                <a:lnTo>
                  <a:pt x="314363" y="113919"/>
                </a:lnTo>
                <a:lnTo>
                  <a:pt x="314248" y="131394"/>
                </a:lnTo>
                <a:lnTo>
                  <a:pt x="316026" y="139458"/>
                </a:lnTo>
                <a:lnTo>
                  <a:pt x="340372" y="172364"/>
                </a:lnTo>
                <a:lnTo>
                  <a:pt x="382181" y="185191"/>
                </a:lnTo>
                <a:lnTo>
                  <a:pt x="389102" y="184873"/>
                </a:lnTo>
                <a:lnTo>
                  <a:pt x="430098" y="166928"/>
                </a:lnTo>
                <a:lnTo>
                  <a:pt x="447992" y="139458"/>
                </a:lnTo>
                <a:lnTo>
                  <a:pt x="449808" y="131394"/>
                </a:lnTo>
                <a:close/>
              </a:path>
              <a:path w="581025" h="296545">
                <a:moveTo>
                  <a:pt x="466547" y="24142"/>
                </a:moveTo>
                <a:lnTo>
                  <a:pt x="401218" y="24142"/>
                </a:lnTo>
                <a:lnTo>
                  <a:pt x="401218" y="0"/>
                </a:lnTo>
                <a:lnTo>
                  <a:pt x="362800" y="0"/>
                </a:lnTo>
                <a:lnTo>
                  <a:pt x="362800" y="24142"/>
                </a:lnTo>
                <a:lnTo>
                  <a:pt x="295846" y="24142"/>
                </a:lnTo>
                <a:lnTo>
                  <a:pt x="295846" y="55422"/>
                </a:lnTo>
                <a:lnTo>
                  <a:pt x="466547" y="55422"/>
                </a:lnTo>
                <a:lnTo>
                  <a:pt x="466547" y="24142"/>
                </a:lnTo>
                <a:close/>
              </a:path>
              <a:path w="581025" h="296545">
                <a:moveTo>
                  <a:pt x="538429" y="197586"/>
                </a:moveTo>
                <a:lnTo>
                  <a:pt x="307987" y="197586"/>
                </a:lnTo>
                <a:lnTo>
                  <a:pt x="307987" y="229527"/>
                </a:lnTo>
                <a:lnTo>
                  <a:pt x="502335" y="229527"/>
                </a:lnTo>
                <a:lnTo>
                  <a:pt x="502335" y="294093"/>
                </a:lnTo>
                <a:lnTo>
                  <a:pt x="538429" y="294093"/>
                </a:lnTo>
                <a:lnTo>
                  <a:pt x="538429" y="197586"/>
                </a:lnTo>
                <a:close/>
              </a:path>
              <a:path w="581025" h="296545">
                <a:moveTo>
                  <a:pt x="580428" y="74028"/>
                </a:moveTo>
                <a:lnTo>
                  <a:pt x="538429" y="74028"/>
                </a:lnTo>
                <a:lnTo>
                  <a:pt x="538429" y="5880"/>
                </a:lnTo>
                <a:lnTo>
                  <a:pt x="502335" y="5880"/>
                </a:lnTo>
                <a:lnTo>
                  <a:pt x="502335" y="181292"/>
                </a:lnTo>
                <a:lnTo>
                  <a:pt x="538429" y="181292"/>
                </a:lnTo>
                <a:lnTo>
                  <a:pt x="538429" y="109562"/>
                </a:lnTo>
                <a:lnTo>
                  <a:pt x="580428" y="109562"/>
                </a:lnTo>
                <a:lnTo>
                  <a:pt x="580428" y="74028"/>
                </a:lnTo>
                <a:close/>
              </a:path>
            </a:pathLst>
          </a:custGeom>
          <a:solidFill>
            <a:srgbClr val="6F6C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377225" y="10180263"/>
            <a:ext cx="149225" cy="234950"/>
          </a:xfrm>
          <a:custGeom>
            <a:avLst/>
            <a:gdLst/>
            <a:ahLst/>
            <a:cxnLst/>
            <a:rect l="l" t="t" r="r" b="b"/>
            <a:pathLst>
              <a:path w="149225" h="234950">
                <a:moveTo>
                  <a:pt x="148678" y="0"/>
                </a:moveTo>
                <a:lnTo>
                  <a:pt x="0" y="0"/>
                </a:lnTo>
                <a:lnTo>
                  <a:pt x="0" y="33020"/>
                </a:lnTo>
                <a:lnTo>
                  <a:pt x="112255" y="33020"/>
                </a:lnTo>
                <a:lnTo>
                  <a:pt x="112255" y="234950"/>
                </a:lnTo>
                <a:lnTo>
                  <a:pt x="148678" y="234950"/>
                </a:lnTo>
                <a:lnTo>
                  <a:pt x="148678" y="33020"/>
                </a:lnTo>
                <a:lnTo>
                  <a:pt x="148678" y="0"/>
                </a:lnTo>
                <a:close/>
              </a:path>
            </a:pathLst>
          </a:custGeom>
          <a:solidFill>
            <a:srgbClr val="6F6C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599106" y="10156996"/>
            <a:ext cx="1522095" cy="309880"/>
          </a:xfrm>
          <a:custGeom>
            <a:avLst/>
            <a:gdLst/>
            <a:ahLst/>
            <a:cxnLst/>
            <a:rect l="l" t="t" r="r" b="b"/>
            <a:pathLst>
              <a:path w="1522095" h="309879">
                <a:moveTo>
                  <a:pt x="36436" y="5537"/>
                </a:moveTo>
                <a:lnTo>
                  <a:pt x="0" y="5537"/>
                </a:lnTo>
                <a:lnTo>
                  <a:pt x="0" y="296367"/>
                </a:lnTo>
                <a:lnTo>
                  <a:pt x="36436" y="296367"/>
                </a:lnTo>
                <a:lnTo>
                  <a:pt x="36436" y="5537"/>
                </a:lnTo>
                <a:close/>
              </a:path>
              <a:path w="1522095" h="309879">
                <a:moveTo>
                  <a:pt x="334911" y="86728"/>
                </a:moveTo>
                <a:lnTo>
                  <a:pt x="267728" y="39776"/>
                </a:lnTo>
                <a:lnTo>
                  <a:pt x="210820" y="0"/>
                </a:lnTo>
                <a:lnTo>
                  <a:pt x="86753" y="86728"/>
                </a:lnTo>
                <a:lnTo>
                  <a:pt x="108432" y="111836"/>
                </a:lnTo>
                <a:lnTo>
                  <a:pt x="210820" y="39776"/>
                </a:lnTo>
                <a:lnTo>
                  <a:pt x="313258" y="111836"/>
                </a:lnTo>
                <a:lnTo>
                  <a:pt x="334911" y="86728"/>
                </a:lnTo>
                <a:close/>
              </a:path>
              <a:path w="1522095" h="309879">
                <a:moveTo>
                  <a:pt x="345427" y="118351"/>
                </a:moveTo>
                <a:lnTo>
                  <a:pt x="76250" y="118351"/>
                </a:lnTo>
                <a:lnTo>
                  <a:pt x="76250" y="148018"/>
                </a:lnTo>
                <a:lnTo>
                  <a:pt x="192455" y="148018"/>
                </a:lnTo>
                <a:lnTo>
                  <a:pt x="192455" y="170510"/>
                </a:lnTo>
                <a:lnTo>
                  <a:pt x="97904" y="170510"/>
                </a:lnTo>
                <a:lnTo>
                  <a:pt x="97904" y="199199"/>
                </a:lnTo>
                <a:lnTo>
                  <a:pt x="287642" y="199199"/>
                </a:lnTo>
                <a:lnTo>
                  <a:pt x="287642" y="215823"/>
                </a:lnTo>
                <a:lnTo>
                  <a:pt x="97904" y="215823"/>
                </a:lnTo>
                <a:lnTo>
                  <a:pt x="97904" y="291465"/>
                </a:lnTo>
                <a:lnTo>
                  <a:pt x="327685" y="291465"/>
                </a:lnTo>
                <a:lnTo>
                  <a:pt x="327685" y="261810"/>
                </a:lnTo>
                <a:lnTo>
                  <a:pt x="133692" y="261810"/>
                </a:lnTo>
                <a:lnTo>
                  <a:pt x="133692" y="244195"/>
                </a:lnTo>
                <a:lnTo>
                  <a:pt x="323761" y="244195"/>
                </a:lnTo>
                <a:lnTo>
                  <a:pt x="323761" y="170510"/>
                </a:lnTo>
                <a:lnTo>
                  <a:pt x="228892" y="170510"/>
                </a:lnTo>
                <a:lnTo>
                  <a:pt x="228892" y="148018"/>
                </a:lnTo>
                <a:lnTo>
                  <a:pt x="345427" y="148018"/>
                </a:lnTo>
                <a:lnTo>
                  <a:pt x="345427" y="118351"/>
                </a:lnTo>
                <a:close/>
              </a:path>
              <a:path w="1522095" h="309879">
                <a:moveTo>
                  <a:pt x="542785" y="135305"/>
                </a:moveTo>
                <a:lnTo>
                  <a:pt x="498398" y="81508"/>
                </a:lnTo>
                <a:lnTo>
                  <a:pt x="468274" y="44996"/>
                </a:lnTo>
                <a:lnTo>
                  <a:pt x="539826" y="44996"/>
                </a:lnTo>
                <a:lnTo>
                  <a:pt x="539826" y="14020"/>
                </a:lnTo>
                <a:lnTo>
                  <a:pt x="371767" y="14020"/>
                </a:lnTo>
                <a:lnTo>
                  <a:pt x="371767" y="44996"/>
                </a:lnTo>
                <a:lnTo>
                  <a:pt x="445960" y="44996"/>
                </a:lnTo>
                <a:lnTo>
                  <a:pt x="371449" y="140195"/>
                </a:lnTo>
                <a:lnTo>
                  <a:pt x="397700" y="161061"/>
                </a:lnTo>
                <a:lnTo>
                  <a:pt x="457123" y="81508"/>
                </a:lnTo>
                <a:lnTo>
                  <a:pt x="517525" y="156159"/>
                </a:lnTo>
                <a:lnTo>
                  <a:pt x="542785" y="135305"/>
                </a:lnTo>
                <a:close/>
              </a:path>
              <a:path w="1522095" h="309879">
                <a:moveTo>
                  <a:pt x="604507" y="234403"/>
                </a:moveTo>
                <a:lnTo>
                  <a:pt x="591324" y="194767"/>
                </a:lnTo>
                <a:lnTo>
                  <a:pt x="568731" y="174117"/>
                </a:lnTo>
                <a:lnTo>
                  <a:pt x="568731" y="234099"/>
                </a:lnTo>
                <a:lnTo>
                  <a:pt x="568020" y="241630"/>
                </a:lnTo>
                <a:lnTo>
                  <a:pt x="543572" y="270967"/>
                </a:lnTo>
                <a:lnTo>
                  <a:pt x="528015" y="273862"/>
                </a:lnTo>
                <a:lnTo>
                  <a:pt x="520103" y="273138"/>
                </a:lnTo>
                <a:lnTo>
                  <a:pt x="488708" y="242087"/>
                </a:lnTo>
                <a:lnTo>
                  <a:pt x="487997" y="234403"/>
                </a:lnTo>
                <a:lnTo>
                  <a:pt x="487959" y="234099"/>
                </a:lnTo>
                <a:lnTo>
                  <a:pt x="488619" y="227190"/>
                </a:lnTo>
                <a:lnTo>
                  <a:pt x="488708" y="226225"/>
                </a:lnTo>
                <a:lnTo>
                  <a:pt x="490918" y="218922"/>
                </a:lnTo>
                <a:lnTo>
                  <a:pt x="528015" y="194310"/>
                </a:lnTo>
                <a:lnTo>
                  <a:pt x="536092" y="195046"/>
                </a:lnTo>
                <a:lnTo>
                  <a:pt x="567982" y="226225"/>
                </a:lnTo>
                <a:lnTo>
                  <a:pt x="568731" y="234099"/>
                </a:lnTo>
                <a:lnTo>
                  <a:pt x="568731" y="174117"/>
                </a:lnTo>
                <a:lnTo>
                  <a:pt x="528358" y="163004"/>
                </a:lnTo>
                <a:lnTo>
                  <a:pt x="520712" y="163360"/>
                </a:lnTo>
                <a:lnTo>
                  <a:pt x="479844" y="179578"/>
                </a:lnTo>
                <a:lnTo>
                  <a:pt x="455612" y="213423"/>
                </a:lnTo>
                <a:lnTo>
                  <a:pt x="452196" y="234403"/>
                </a:lnTo>
                <a:lnTo>
                  <a:pt x="452577" y="241630"/>
                </a:lnTo>
                <a:lnTo>
                  <a:pt x="469684" y="279539"/>
                </a:lnTo>
                <a:lnTo>
                  <a:pt x="505942" y="302602"/>
                </a:lnTo>
                <a:lnTo>
                  <a:pt x="528358" y="305816"/>
                </a:lnTo>
                <a:lnTo>
                  <a:pt x="536117" y="305460"/>
                </a:lnTo>
                <a:lnTo>
                  <a:pt x="576859" y="289255"/>
                </a:lnTo>
                <a:lnTo>
                  <a:pt x="591451" y="273862"/>
                </a:lnTo>
                <a:lnTo>
                  <a:pt x="595134" y="268211"/>
                </a:lnTo>
                <a:lnTo>
                  <a:pt x="598424" y="261962"/>
                </a:lnTo>
                <a:lnTo>
                  <a:pt x="601091" y="255409"/>
                </a:lnTo>
                <a:lnTo>
                  <a:pt x="602983" y="248640"/>
                </a:lnTo>
                <a:lnTo>
                  <a:pt x="604050" y="242087"/>
                </a:lnTo>
                <a:lnTo>
                  <a:pt x="604126" y="241630"/>
                </a:lnTo>
                <a:lnTo>
                  <a:pt x="604507" y="234403"/>
                </a:lnTo>
                <a:close/>
              </a:path>
              <a:path w="1522095" h="309879">
                <a:moveTo>
                  <a:pt x="629450" y="5537"/>
                </a:moveTo>
                <a:lnTo>
                  <a:pt x="593013" y="5537"/>
                </a:lnTo>
                <a:lnTo>
                  <a:pt x="593013" y="65532"/>
                </a:lnTo>
                <a:lnTo>
                  <a:pt x="538518" y="65532"/>
                </a:lnTo>
                <a:lnTo>
                  <a:pt x="538518" y="96837"/>
                </a:lnTo>
                <a:lnTo>
                  <a:pt x="593013" y="96837"/>
                </a:lnTo>
                <a:lnTo>
                  <a:pt x="593013" y="159753"/>
                </a:lnTo>
                <a:lnTo>
                  <a:pt x="629450" y="159753"/>
                </a:lnTo>
                <a:lnTo>
                  <a:pt x="629450" y="5537"/>
                </a:lnTo>
                <a:close/>
              </a:path>
              <a:path w="1522095" h="309879">
                <a:moveTo>
                  <a:pt x="938441" y="242900"/>
                </a:moveTo>
                <a:lnTo>
                  <a:pt x="821905" y="242900"/>
                </a:lnTo>
                <a:lnTo>
                  <a:pt x="821905" y="184518"/>
                </a:lnTo>
                <a:lnTo>
                  <a:pt x="916762" y="184518"/>
                </a:lnTo>
                <a:lnTo>
                  <a:pt x="916762" y="152768"/>
                </a:lnTo>
                <a:lnTo>
                  <a:pt x="726706" y="152768"/>
                </a:lnTo>
                <a:lnTo>
                  <a:pt x="726706" y="94348"/>
                </a:lnTo>
                <a:lnTo>
                  <a:pt x="880656" y="94348"/>
                </a:lnTo>
                <a:lnTo>
                  <a:pt x="880656" y="152565"/>
                </a:lnTo>
                <a:lnTo>
                  <a:pt x="916762" y="152565"/>
                </a:lnTo>
                <a:lnTo>
                  <a:pt x="916762" y="94348"/>
                </a:lnTo>
                <a:lnTo>
                  <a:pt x="916762" y="93878"/>
                </a:lnTo>
                <a:lnTo>
                  <a:pt x="916762" y="62598"/>
                </a:lnTo>
                <a:lnTo>
                  <a:pt x="916762" y="17919"/>
                </a:lnTo>
                <a:lnTo>
                  <a:pt x="880656" y="17919"/>
                </a:lnTo>
                <a:lnTo>
                  <a:pt x="880656" y="62598"/>
                </a:lnTo>
                <a:lnTo>
                  <a:pt x="726706" y="62598"/>
                </a:lnTo>
                <a:lnTo>
                  <a:pt x="726706" y="18148"/>
                </a:lnTo>
                <a:lnTo>
                  <a:pt x="690930" y="18148"/>
                </a:lnTo>
                <a:lnTo>
                  <a:pt x="690930" y="62598"/>
                </a:lnTo>
                <a:lnTo>
                  <a:pt x="690930" y="94348"/>
                </a:lnTo>
                <a:lnTo>
                  <a:pt x="690930" y="152768"/>
                </a:lnTo>
                <a:lnTo>
                  <a:pt x="690930" y="184518"/>
                </a:lnTo>
                <a:lnTo>
                  <a:pt x="785469" y="184518"/>
                </a:lnTo>
                <a:lnTo>
                  <a:pt x="785469" y="242900"/>
                </a:lnTo>
                <a:lnTo>
                  <a:pt x="669264" y="242900"/>
                </a:lnTo>
                <a:lnTo>
                  <a:pt x="669264" y="274840"/>
                </a:lnTo>
                <a:lnTo>
                  <a:pt x="938441" y="274840"/>
                </a:lnTo>
                <a:lnTo>
                  <a:pt x="938441" y="242900"/>
                </a:lnTo>
                <a:close/>
              </a:path>
              <a:path w="1522095" h="309879">
                <a:moveTo>
                  <a:pt x="1171905" y="236258"/>
                </a:moveTo>
                <a:lnTo>
                  <a:pt x="1151572" y="199859"/>
                </a:lnTo>
                <a:lnTo>
                  <a:pt x="1135811" y="189357"/>
                </a:lnTo>
                <a:lnTo>
                  <a:pt x="1135811" y="244843"/>
                </a:lnTo>
                <a:lnTo>
                  <a:pt x="1135151" y="251764"/>
                </a:lnTo>
                <a:lnTo>
                  <a:pt x="1107325" y="279095"/>
                </a:lnTo>
                <a:lnTo>
                  <a:pt x="1100353" y="279742"/>
                </a:lnTo>
                <a:lnTo>
                  <a:pt x="1093368" y="279095"/>
                </a:lnTo>
                <a:lnTo>
                  <a:pt x="1065237" y="251764"/>
                </a:lnTo>
                <a:lnTo>
                  <a:pt x="1064577" y="244843"/>
                </a:lnTo>
                <a:lnTo>
                  <a:pt x="1065237" y="237934"/>
                </a:lnTo>
                <a:lnTo>
                  <a:pt x="1093368" y="210921"/>
                </a:lnTo>
                <a:lnTo>
                  <a:pt x="1100353" y="210286"/>
                </a:lnTo>
                <a:lnTo>
                  <a:pt x="1107325" y="210921"/>
                </a:lnTo>
                <a:lnTo>
                  <a:pt x="1135151" y="237934"/>
                </a:lnTo>
                <a:lnTo>
                  <a:pt x="1135811" y="244843"/>
                </a:lnTo>
                <a:lnTo>
                  <a:pt x="1135811" y="189357"/>
                </a:lnTo>
                <a:lnTo>
                  <a:pt x="1100353" y="180949"/>
                </a:lnTo>
                <a:lnTo>
                  <a:pt x="1093076" y="181267"/>
                </a:lnTo>
                <a:lnTo>
                  <a:pt x="1054608" y="195694"/>
                </a:lnTo>
                <a:lnTo>
                  <a:pt x="1030605" y="228003"/>
                </a:lnTo>
                <a:lnTo>
                  <a:pt x="1028788" y="236258"/>
                </a:lnTo>
                <a:lnTo>
                  <a:pt x="1028788" y="253873"/>
                </a:lnTo>
                <a:lnTo>
                  <a:pt x="1049489" y="290169"/>
                </a:lnTo>
                <a:lnTo>
                  <a:pt x="1085989" y="308102"/>
                </a:lnTo>
                <a:lnTo>
                  <a:pt x="1100353" y="309410"/>
                </a:lnTo>
                <a:lnTo>
                  <a:pt x="1107770" y="309079"/>
                </a:lnTo>
                <a:lnTo>
                  <a:pt x="1146302" y="294347"/>
                </a:lnTo>
                <a:lnTo>
                  <a:pt x="1161249" y="279742"/>
                </a:lnTo>
                <a:lnTo>
                  <a:pt x="1162888" y="277507"/>
                </a:lnTo>
                <a:lnTo>
                  <a:pt x="1170114" y="262064"/>
                </a:lnTo>
                <a:lnTo>
                  <a:pt x="1171905" y="253873"/>
                </a:lnTo>
                <a:lnTo>
                  <a:pt x="1171905" y="236258"/>
                </a:lnTo>
                <a:close/>
              </a:path>
              <a:path w="1522095" h="309879">
                <a:moveTo>
                  <a:pt x="1234935" y="145072"/>
                </a:moveTo>
                <a:lnTo>
                  <a:pt x="1118400" y="145072"/>
                </a:lnTo>
                <a:lnTo>
                  <a:pt x="1118400" y="126504"/>
                </a:lnTo>
                <a:lnTo>
                  <a:pt x="1213929" y="126504"/>
                </a:lnTo>
                <a:lnTo>
                  <a:pt x="1213929" y="97815"/>
                </a:lnTo>
                <a:lnTo>
                  <a:pt x="1023543" y="97815"/>
                </a:lnTo>
                <a:lnTo>
                  <a:pt x="1023543" y="81508"/>
                </a:lnTo>
                <a:lnTo>
                  <a:pt x="1211630" y="81508"/>
                </a:lnTo>
                <a:lnTo>
                  <a:pt x="1211630" y="53136"/>
                </a:lnTo>
                <a:lnTo>
                  <a:pt x="1023543" y="53136"/>
                </a:lnTo>
                <a:lnTo>
                  <a:pt x="1023543" y="37820"/>
                </a:lnTo>
                <a:lnTo>
                  <a:pt x="1212938" y="37820"/>
                </a:lnTo>
                <a:lnTo>
                  <a:pt x="1212938" y="8483"/>
                </a:lnTo>
                <a:lnTo>
                  <a:pt x="987437" y="8483"/>
                </a:lnTo>
                <a:lnTo>
                  <a:pt x="987437" y="126504"/>
                </a:lnTo>
                <a:lnTo>
                  <a:pt x="1081976" y="126504"/>
                </a:lnTo>
                <a:lnTo>
                  <a:pt x="1081976" y="145072"/>
                </a:lnTo>
                <a:lnTo>
                  <a:pt x="965758" y="145072"/>
                </a:lnTo>
                <a:lnTo>
                  <a:pt x="965758" y="174752"/>
                </a:lnTo>
                <a:lnTo>
                  <a:pt x="1234935" y="174752"/>
                </a:lnTo>
                <a:lnTo>
                  <a:pt x="1234935" y="145072"/>
                </a:lnTo>
                <a:close/>
              </a:path>
              <a:path w="1522095" h="309879">
                <a:moveTo>
                  <a:pt x="1442491" y="152260"/>
                </a:moveTo>
                <a:lnTo>
                  <a:pt x="1388973" y="66192"/>
                </a:lnTo>
                <a:lnTo>
                  <a:pt x="1350251" y="3911"/>
                </a:lnTo>
                <a:lnTo>
                  <a:pt x="1257681" y="154533"/>
                </a:lnTo>
                <a:lnTo>
                  <a:pt x="1287894" y="172783"/>
                </a:lnTo>
                <a:lnTo>
                  <a:pt x="1350251" y="66192"/>
                </a:lnTo>
                <a:lnTo>
                  <a:pt x="1412938" y="170510"/>
                </a:lnTo>
                <a:lnTo>
                  <a:pt x="1442491" y="152260"/>
                </a:lnTo>
                <a:close/>
              </a:path>
              <a:path w="1522095" h="309879">
                <a:moveTo>
                  <a:pt x="1518970" y="5549"/>
                </a:moveTo>
                <a:lnTo>
                  <a:pt x="1482534" y="5549"/>
                </a:lnTo>
                <a:lnTo>
                  <a:pt x="1482534" y="191706"/>
                </a:lnTo>
                <a:lnTo>
                  <a:pt x="1518970" y="191706"/>
                </a:lnTo>
                <a:lnTo>
                  <a:pt x="1518970" y="5549"/>
                </a:lnTo>
                <a:close/>
              </a:path>
              <a:path w="1522095" h="309879">
                <a:moveTo>
                  <a:pt x="1521587" y="258546"/>
                </a:moveTo>
                <a:lnTo>
                  <a:pt x="1317764" y="258546"/>
                </a:lnTo>
                <a:lnTo>
                  <a:pt x="1317764" y="193332"/>
                </a:lnTo>
                <a:lnTo>
                  <a:pt x="1281645" y="193332"/>
                </a:lnTo>
                <a:lnTo>
                  <a:pt x="1281645" y="290487"/>
                </a:lnTo>
                <a:lnTo>
                  <a:pt x="1521587" y="290487"/>
                </a:lnTo>
                <a:lnTo>
                  <a:pt x="1521587" y="258546"/>
                </a:lnTo>
                <a:close/>
              </a:path>
            </a:pathLst>
          </a:custGeom>
          <a:solidFill>
            <a:srgbClr val="6F6C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0157892" y="10167346"/>
            <a:ext cx="269240" cy="286385"/>
          </a:xfrm>
          <a:custGeom>
            <a:avLst/>
            <a:gdLst/>
            <a:ahLst/>
            <a:cxnLst/>
            <a:rect l="l" t="t" r="r" b="b"/>
            <a:pathLst>
              <a:path w="269240" h="286384">
                <a:moveTo>
                  <a:pt x="247497" y="88"/>
                </a:moveTo>
                <a:lnTo>
                  <a:pt x="211391" y="88"/>
                </a:lnTo>
                <a:lnTo>
                  <a:pt x="211391" y="36830"/>
                </a:lnTo>
                <a:lnTo>
                  <a:pt x="211391" y="68580"/>
                </a:lnTo>
                <a:lnTo>
                  <a:pt x="211391" y="107950"/>
                </a:lnTo>
                <a:lnTo>
                  <a:pt x="57442" y="107950"/>
                </a:lnTo>
                <a:lnTo>
                  <a:pt x="57442" y="68580"/>
                </a:lnTo>
                <a:lnTo>
                  <a:pt x="211391" y="68580"/>
                </a:lnTo>
                <a:lnTo>
                  <a:pt x="211391" y="36830"/>
                </a:lnTo>
                <a:lnTo>
                  <a:pt x="57442" y="36830"/>
                </a:lnTo>
                <a:lnTo>
                  <a:pt x="57442" y="0"/>
                </a:lnTo>
                <a:lnTo>
                  <a:pt x="21653" y="0"/>
                </a:lnTo>
                <a:lnTo>
                  <a:pt x="21653" y="36830"/>
                </a:lnTo>
                <a:lnTo>
                  <a:pt x="21653" y="68580"/>
                </a:lnTo>
                <a:lnTo>
                  <a:pt x="21653" y="107950"/>
                </a:lnTo>
                <a:lnTo>
                  <a:pt x="21653" y="139700"/>
                </a:lnTo>
                <a:lnTo>
                  <a:pt x="247497" y="139700"/>
                </a:lnTo>
                <a:lnTo>
                  <a:pt x="247497" y="36830"/>
                </a:lnTo>
                <a:lnTo>
                  <a:pt x="247497" y="88"/>
                </a:lnTo>
                <a:close/>
              </a:path>
              <a:path w="269240" h="286384">
                <a:moveTo>
                  <a:pt x="269151" y="179070"/>
                </a:moveTo>
                <a:lnTo>
                  <a:pt x="0" y="179070"/>
                </a:lnTo>
                <a:lnTo>
                  <a:pt x="0" y="211023"/>
                </a:lnTo>
                <a:lnTo>
                  <a:pt x="116192" y="211023"/>
                </a:lnTo>
                <a:lnTo>
                  <a:pt x="116192" y="286016"/>
                </a:lnTo>
                <a:lnTo>
                  <a:pt x="152641" y="286016"/>
                </a:lnTo>
                <a:lnTo>
                  <a:pt x="152641" y="211023"/>
                </a:lnTo>
                <a:lnTo>
                  <a:pt x="269151" y="211023"/>
                </a:lnTo>
                <a:lnTo>
                  <a:pt x="269151" y="179070"/>
                </a:lnTo>
                <a:close/>
              </a:path>
            </a:pathLst>
          </a:custGeom>
          <a:solidFill>
            <a:srgbClr val="6F6C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2809616" y="10224850"/>
            <a:ext cx="151765" cy="122555"/>
          </a:xfrm>
          <a:custGeom>
            <a:avLst/>
            <a:gdLst/>
            <a:ahLst/>
            <a:cxnLst/>
            <a:rect l="l" t="t" r="r" b="b"/>
            <a:pathLst>
              <a:path w="151765" h="122554">
                <a:moveTo>
                  <a:pt x="75222" y="0"/>
                </a:moveTo>
                <a:lnTo>
                  <a:pt x="46042" y="4356"/>
                </a:lnTo>
                <a:lnTo>
                  <a:pt x="22121" y="16711"/>
                </a:lnTo>
                <a:lnTo>
                  <a:pt x="5944" y="35993"/>
                </a:lnTo>
                <a:lnTo>
                  <a:pt x="0" y="61129"/>
                </a:lnTo>
                <a:lnTo>
                  <a:pt x="5944" y="86218"/>
                </a:lnTo>
                <a:lnTo>
                  <a:pt x="22121" y="105388"/>
                </a:lnTo>
                <a:lnTo>
                  <a:pt x="46042" y="117629"/>
                </a:lnTo>
                <a:lnTo>
                  <a:pt x="75222" y="121933"/>
                </a:lnTo>
                <a:lnTo>
                  <a:pt x="104661" y="117629"/>
                </a:lnTo>
                <a:lnTo>
                  <a:pt x="128803" y="105388"/>
                </a:lnTo>
                <a:lnTo>
                  <a:pt x="137035" y="95724"/>
                </a:lnTo>
                <a:lnTo>
                  <a:pt x="75222" y="95724"/>
                </a:lnTo>
                <a:lnTo>
                  <a:pt x="61682" y="93295"/>
                </a:lnTo>
                <a:lnTo>
                  <a:pt x="50576" y="86362"/>
                </a:lnTo>
                <a:lnTo>
                  <a:pt x="43064" y="75462"/>
                </a:lnTo>
                <a:lnTo>
                  <a:pt x="40302" y="61129"/>
                </a:lnTo>
                <a:lnTo>
                  <a:pt x="43064" y="46608"/>
                </a:lnTo>
                <a:lnTo>
                  <a:pt x="50576" y="35611"/>
                </a:lnTo>
                <a:lnTo>
                  <a:pt x="61682" y="28643"/>
                </a:lnTo>
                <a:lnTo>
                  <a:pt x="75222" y="26208"/>
                </a:lnTo>
                <a:lnTo>
                  <a:pt x="136847" y="26208"/>
                </a:lnTo>
                <a:lnTo>
                  <a:pt x="128803" y="16711"/>
                </a:lnTo>
                <a:lnTo>
                  <a:pt x="104661" y="4356"/>
                </a:lnTo>
                <a:lnTo>
                  <a:pt x="75222" y="0"/>
                </a:lnTo>
                <a:close/>
              </a:path>
              <a:path w="151765" h="122554">
                <a:moveTo>
                  <a:pt x="136847" y="26208"/>
                </a:moveTo>
                <a:lnTo>
                  <a:pt x="75222" y="26208"/>
                </a:lnTo>
                <a:lnTo>
                  <a:pt x="88951" y="28643"/>
                </a:lnTo>
                <a:lnTo>
                  <a:pt x="100164" y="35611"/>
                </a:lnTo>
                <a:lnTo>
                  <a:pt x="107726" y="46608"/>
                </a:lnTo>
                <a:lnTo>
                  <a:pt x="110499" y="61129"/>
                </a:lnTo>
                <a:lnTo>
                  <a:pt x="107726" y="75462"/>
                </a:lnTo>
                <a:lnTo>
                  <a:pt x="100264" y="86218"/>
                </a:lnTo>
                <a:lnTo>
                  <a:pt x="100164" y="86362"/>
                </a:lnTo>
                <a:lnTo>
                  <a:pt x="88951" y="93295"/>
                </a:lnTo>
                <a:lnTo>
                  <a:pt x="75222" y="95724"/>
                </a:lnTo>
                <a:lnTo>
                  <a:pt x="137035" y="95724"/>
                </a:lnTo>
                <a:lnTo>
                  <a:pt x="145011" y="86362"/>
                </a:lnTo>
                <a:lnTo>
                  <a:pt x="145134" y="86218"/>
                </a:lnTo>
                <a:lnTo>
                  <a:pt x="151136" y="61129"/>
                </a:lnTo>
                <a:lnTo>
                  <a:pt x="145134" y="35993"/>
                </a:lnTo>
                <a:lnTo>
                  <a:pt x="136847" y="26208"/>
                </a:lnTo>
                <a:close/>
              </a:path>
            </a:pathLst>
          </a:custGeom>
          <a:solidFill>
            <a:srgbClr val="007AB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541122" y="10232921"/>
            <a:ext cx="154508" cy="113860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252314" y="10096541"/>
            <a:ext cx="157519" cy="156853"/>
          </a:xfrm>
          <a:prstGeom prst="rect">
            <a:avLst/>
          </a:prstGeom>
        </p:spPr>
      </p:pic>
      <p:grpSp>
        <p:nvGrpSpPr>
          <p:cNvPr id="29" name="object 29"/>
          <p:cNvGrpSpPr/>
          <p:nvPr/>
        </p:nvGrpSpPr>
        <p:grpSpPr>
          <a:xfrm>
            <a:off x="12530725" y="10075383"/>
            <a:ext cx="377825" cy="143510"/>
            <a:chOff x="12530725" y="10075383"/>
            <a:chExt cx="377825" cy="143510"/>
          </a:xfrm>
        </p:grpSpPr>
        <p:sp>
          <p:nvSpPr>
            <p:cNvPr id="30" name="object 30"/>
            <p:cNvSpPr/>
            <p:nvPr/>
          </p:nvSpPr>
          <p:spPr>
            <a:xfrm>
              <a:off x="12755512" y="10079094"/>
              <a:ext cx="153035" cy="140335"/>
            </a:xfrm>
            <a:custGeom>
              <a:avLst/>
              <a:gdLst/>
              <a:ahLst/>
              <a:cxnLst/>
              <a:rect l="l" t="t" r="r" b="b"/>
              <a:pathLst>
                <a:path w="153034" h="140334">
                  <a:moveTo>
                    <a:pt x="152488" y="109486"/>
                  </a:moveTo>
                  <a:lnTo>
                    <a:pt x="128219" y="99339"/>
                  </a:lnTo>
                  <a:lnTo>
                    <a:pt x="110553" y="83350"/>
                  </a:lnTo>
                  <a:lnTo>
                    <a:pt x="99733" y="62115"/>
                  </a:lnTo>
                  <a:lnTo>
                    <a:pt x="96075" y="36258"/>
                  </a:lnTo>
                  <a:lnTo>
                    <a:pt x="96075" y="26517"/>
                  </a:lnTo>
                  <a:lnTo>
                    <a:pt x="144767" y="26517"/>
                  </a:lnTo>
                  <a:lnTo>
                    <a:pt x="144767" y="0"/>
                  </a:lnTo>
                  <a:lnTo>
                    <a:pt x="9080" y="0"/>
                  </a:lnTo>
                  <a:lnTo>
                    <a:pt x="9080" y="26517"/>
                  </a:lnTo>
                  <a:lnTo>
                    <a:pt x="56108" y="26517"/>
                  </a:lnTo>
                  <a:lnTo>
                    <a:pt x="56108" y="39636"/>
                  </a:lnTo>
                  <a:lnTo>
                    <a:pt x="52489" y="65468"/>
                  </a:lnTo>
                  <a:lnTo>
                    <a:pt x="41770" y="86690"/>
                  </a:lnTo>
                  <a:lnTo>
                    <a:pt x="24206" y="102692"/>
                  </a:lnTo>
                  <a:lnTo>
                    <a:pt x="0" y="112852"/>
                  </a:lnTo>
                  <a:lnTo>
                    <a:pt x="0" y="139712"/>
                  </a:lnTo>
                  <a:lnTo>
                    <a:pt x="40830" y="126238"/>
                  </a:lnTo>
                  <a:lnTo>
                    <a:pt x="70751" y="103403"/>
                  </a:lnTo>
                  <a:lnTo>
                    <a:pt x="77114" y="92494"/>
                  </a:lnTo>
                  <a:lnTo>
                    <a:pt x="81572" y="100050"/>
                  </a:lnTo>
                  <a:lnTo>
                    <a:pt x="111594" y="122872"/>
                  </a:lnTo>
                  <a:lnTo>
                    <a:pt x="152488" y="136347"/>
                  </a:lnTo>
                  <a:lnTo>
                    <a:pt x="152488" y="109486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530725" y="10075383"/>
              <a:ext cx="183376" cy="89012"/>
            </a:xfrm>
            <a:prstGeom prst="rect">
              <a:avLst/>
            </a:prstGeom>
          </p:spPr>
        </p:pic>
      </p:grpSp>
      <p:sp>
        <p:nvSpPr>
          <p:cNvPr id="32" name="object 32"/>
          <p:cNvSpPr/>
          <p:nvPr/>
        </p:nvSpPr>
        <p:spPr>
          <a:xfrm>
            <a:off x="12260034" y="10072706"/>
            <a:ext cx="471170" cy="262255"/>
          </a:xfrm>
          <a:custGeom>
            <a:avLst/>
            <a:gdLst/>
            <a:ahLst/>
            <a:cxnLst/>
            <a:rect l="l" t="t" r="r" b="b"/>
            <a:pathLst>
              <a:path w="471170" h="262254">
                <a:moveTo>
                  <a:pt x="140398" y="6388"/>
                </a:moveTo>
                <a:lnTo>
                  <a:pt x="0" y="6388"/>
                </a:lnTo>
                <a:lnTo>
                  <a:pt x="0" y="32905"/>
                </a:lnTo>
                <a:lnTo>
                  <a:pt x="140398" y="32905"/>
                </a:lnTo>
                <a:lnTo>
                  <a:pt x="140398" y="6388"/>
                </a:lnTo>
                <a:close/>
              </a:path>
              <a:path w="471170" h="262254">
                <a:moveTo>
                  <a:pt x="210947" y="0"/>
                </a:moveTo>
                <a:lnTo>
                  <a:pt x="170649" y="0"/>
                </a:lnTo>
                <a:lnTo>
                  <a:pt x="170649" y="261645"/>
                </a:lnTo>
                <a:lnTo>
                  <a:pt x="210947" y="261645"/>
                </a:lnTo>
                <a:lnTo>
                  <a:pt x="210947" y="0"/>
                </a:lnTo>
                <a:close/>
              </a:path>
              <a:path w="471170" h="262254">
                <a:moveTo>
                  <a:pt x="471170" y="116890"/>
                </a:moveTo>
                <a:lnTo>
                  <a:pt x="247142" y="116890"/>
                </a:lnTo>
                <a:lnTo>
                  <a:pt x="247142" y="144094"/>
                </a:lnTo>
                <a:lnTo>
                  <a:pt x="471170" y="144094"/>
                </a:lnTo>
                <a:lnTo>
                  <a:pt x="471170" y="116890"/>
                </a:lnTo>
                <a:close/>
              </a:path>
            </a:pathLst>
          </a:custGeom>
          <a:solidFill>
            <a:srgbClr val="007A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3294018" y="10263806"/>
            <a:ext cx="174625" cy="74295"/>
          </a:xfrm>
          <a:custGeom>
            <a:avLst/>
            <a:gdLst/>
            <a:ahLst/>
            <a:cxnLst/>
            <a:rect l="l" t="t" r="r" b="b"/>
            <a:pathLst>
              <a:path w="174625" h="74295">
                <a:moveTo>
                  <a:pt x="40972" y="0"/>
                </a:moveTo>
                <a:lnTo>
                  <a:pt x="0" y="0"/>
                </a:lnTo>
                <a:lnTo>
                  <a:pt x="0" y="71558"/>
                </a:lnTo>
                <a:lnTo>
                  <a:pt x="2020" y="73893"/>
                </a:lnTo>
                <a:lnTo>
                  <a:pt x="174329" y="73893"/>
                </a:lnTo>
                <a:lnTo>
                  <a:pt x="174329" y="47370"/>
                </a:lnTo>
                <a:lnTo>
                  <a:pt x="42323" y="47370"/>
                </a:lnTo>
                <a:lnTo>
                  <a:pt x="40972" y="46040"/>
                </a:lnTo>
                <a:lnTo>
                  <a:pt x="40972" y="0"/>
                </a:lnTo>
                <a:close/>
              </a:path>
            </a:pathLst>
          </a:custGeom>
          <a:solidFill>
            <a:srgbClr val="007A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3241960" y="10064312"/>
            <a:ext cx="220979" cy="213360"/>
          </a:xfrm>
          <a:custGeom>
            <a:avLst/>
            <a:gdLst/>
            <a:ahLst/>
            <a:cxnLst/>
            <a:rect l="l" t="t" r="r" b="b"/>
            <a:pathLst>
              <a:path w="220980" h="213359">
                <a:moveTo>
                  <a:pt x="144780" y="55092"/>
                </a:moveTo>
                <a:lnTo>
                  <a:pt x="139827" y="32448"/>
                </a:lnTo>
                <a:lnTo>
                  <a:pt x="134962" y="26187"/>
                </a:lnTo>
                <a:lnTo>
                  <a:pt x="126339" y="15074"/>
                </a:lnTo>
                <a:lnTo>
                  <a:pt x="106362" y="3924"/>
                </a:lnTo>
                <a:lnTo>
                  <a:pt x="104114" y="3568"/>
                </a:lnTo>
                <a:lnTo>
                  <a:pt x="104114" y="55092"/>
                </a:lnTo>
                <a:lnTo>
                  <a:pt x="102400" y="66916"/>
                </a:lnTo>
                <a:lnTo>
                  <a:pt x="97688" y="75907"/>
                </a:lnTo>
                <a:lnTo>
                  <a:pt x="90652" y="81622"/>
                </a:lnTo>
                <a:lnTo>
                  <a:pt x="81953" y="83616"/>
                </a:lnTo>
                <a:lnTo>
                  <a:pt x="73240" y="81622"/>
                </a:lnTo>
                <a:lnTo>
                  <a:pt x="66205" y="75907"/>
                </a:lnTo>
                <a:lnTo>
                  <a:pt x="61493" y="66916"/>
                </a:lnTo>
                <a:lnTo>
                  <a:pt x="59778" y="55092"/>
                </a:lnTo>
                <a:lnTo>
                  <a:pt x="61493" y="43065"/>
                </a:lnTo>
                <a:lnTo>
                  <a:pt x="66205" y="33959"/>
                </a:lnTo>
                <a:lnTo>
                  <a:pt x="73240" y="28206"/>
                </a:lnTo>
                <a:lnTo>
                  <a:pt x="81953" y="26187"/>
                </a:lnTo>
                <a:lnTo>
                  <a:pt x="90652" y="28206"/>
                </a:lnTo>
                <a:lnTo>
                  <a:pt x="97688" y="33959"/>
                </a:lnTo>
                <a:lnTo>
                  <a:pt x="102400" y="43065"/>
                </a:lnTo>
                <a:lnTo>
                  <a:pt x="104114" y="55092"/>
                </a:lnTo>
                <a:lnTo>
                  <a:pt x="104114" y="3568"/>
                </a:lnTo>
                <a:lnTo>
                  <a:pt x="57581" y="3924"/>
                </a:lnTo>
                <a:lnTo>
                  <a:pt x="24358" y="32448"/>
                </a:lnTo>
                <a:lnTo>
                  <a:pt x="19456" y="55092"/>
                </a:lnTo>
                <a:lnTo>
                  <a:pt x="24358" y="77673"/>
                </a:lnTo>
                <a:lnTo>
                  <a:pt x="37731" y="94932"/>
                </a:lnTo>
                <a:lnTo>
                  <a:pt x="57581" y="105956"/>
                </a:lnTo>
                <a:lnTo>
                  <a:pt x="81953" y="109842"/>
                </a:lnTo>
                <a:lnTo>
                  <a:pt x="106362" y="105956"/>
                </a:lnTo>
                <a:lnTo>
                  <a:pt x="126339" y="94932"/>
                </a:lnTo>
                <a:lnTo>
                  <a:pt x="135178" y="83616"/>
                </a:lnTo>
                <a:lnTo>
                  <a:pt x="139827" y="77673"/>
                </a:lnTo>
                <a:lnTo>
                  <a:pt x="144780" y="55092"/>
                </a:lnTo>
                <a:close/>
              </a:path>
              <a:path w="220980" h="213359">
                <a:moveTo>
                  <a:pt x="164249" y="121246"/>
                </a:moveTo>
                <a:lnTo>
                  <a:pt x="0" y="121246"/>
                </a:lnTo>
                <a:lnTo>
                  <a:pt x="0" y="148450"/>
                </a:lnTo>
                <a:lnTo>
                  <a:pt x="58762" y="148450"/>
                </a:lnTo>
                <a:lnTo>
                  <a:pt x="58762" y="186753"/>
                </a:lnTo>
                <a:lnTo>
                  <a:pt x="99060" y="186753"/>
                </a:lnTo>
                <a:lnTo>
                  <a:pt x="99060" y="148450"/>
                </a:lnTo>
                <a:lnTo>
                  <a:pt x="164249" y="148450"/>
                </a:lnTo>
                <a:lnTo>
                  <a:pt x="164249" y="121246"/>
                </a:lnTo>
                <a:close/>
              </a:path>
              <a:path w="220980" h="213359">
                <a:moveTo>
                  <a:pt x="220662" y="8420"/>
                </a:moveTo>
                <a:lnTo>
                  <a:pt x="180352" y="8420"/>
                </a:lnTo>
                <a:lnTo>
                  <a:pt x="180352" y="163563"/>
                </a:lnTo>
                <a:lnTo>
                  <a:pt x="128981" y="163563"/>
                </a:lnTo>
                <a:lnTo>
                  <a:pt x="128981" y="189750"/>
                </a:lnTo>
                <a:lnTo>
                  <a:pt x="180352" y="189750"/>
                </a:lnTo>
                <a:lnTo>
                  <a:pt x="180352" y="213283"/>
                </a:lnTo>
                <a:lnTo>
                  <a:pt x="220662" y="213283"/>
                </a:lnTo>
                <a:lnTo>
                  <a:pt x="220662" y="8420"/>
                </a:lnTo>
                <a:close/>
              </a:path>
            </a:pathLst>
          </a:custGeom>
          <a:solidFill>
            <a:srgbClr val="007A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2887173" y="10072706"/>
            <a:ext cx="86995" cy="153035"/>
          </a:xfrm>
          <a:custGeom>
            <a:avLst/>
            <a:gdLst/>
            <a:ahLst/>
            <a:cxnLst/>
            <a:rect l="l" t="t" r="r" b="b"/>
            <a:pathLst>
              <a:path w="86995" h="153034">
                <a:moveTo>
                  <a:pt x="86664" y="0"/>
                </a:moveTo>
                <a:lnTo>
                  <a:pt x="46367" y="0"/>
                </a:lnTo>
                <a:lnTo>
                  <a:pt x="46367" y="59093"/>
                </a:lnTo>
                <a:lnTo>
                  <a:pt x="0" y="59093"/>
                </a:lnTo>
                <a:lnTo>
                  <a:pt x="0" y="85305"/>
                </a:lnTo>
                <a:lnTo>
                  <a:pt x="46367" y="85305"/>
                </a:lnTo>
                <a:lnTo>
                  <a:pt x="46367" y="152501"/>
                </a:lnTo>
                <a:lnTo>
                  <a:pt x="86664" y="152501"/>
                </a:lnTo>
                <a:lnTo>
                  <a:pt x="86664" y="0"/>
                </a:lnTo>
                <a:close/>
              </a:path>
            </a:pathLst>
          </a:custGeom>
          <a:solidFill>
            <a:srgbClr val="007A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3004407" y="10079081"/>
            <a:ext cx="220979" cy="222250"/>
          </a:xfrm>
          <a:custGeom>
            <a:avLst/>
            <a:gdLst/>
            <a:ahLst/>
            <a:cxnLst/>
            <a:rect l="l" t="t" r="r" b="b"/>
            <a:pathLst>
              <a:path w="220980" h="222250">
                <a:moveTo>
                  <a:pt x="220675" y="194805"/>
                </a:moveTo>
                <a:lnTo>
                  <a:pt x="130670" y="194805"/>
                </a:lnTo>
                <a:lnTo>
                  <a:pt x="130670" y="142430"/>
                </a:lnTo>
                <a:lnTo>
                  <a:pt x="191465" y="142430"/>
                </a:lnTo>
                <a:lnTo>
                  <a:pt x="196481" y="142430"/>
                </a:lnTo>
                <a:lnTo>
                  <a:pt x="198170" y="140411"/>
                </a:lnTo>
                <a:lnTo>
                  <a:pt x="198170" y="0"/>
                </a:lnTo>
                <a:lnTo>
                  <a:pt x="157848" y="0"/>
                </a:lnTo>
                <a:lnTo>
                  <a:pt x="157848" y="45021"/>
                </a:lnTo>
                <a:lnTo>
                  <a:pt x="157848" y="71882"/>
                </a:lnTo>
                <a:lnTo>
                  <a:pt x="157848" y="114554"/>
                </a:lnTo>
                <a:lnTo>
                  <a:pt x="156514" y="115887"/>
                </a:lnTo>
                <a:lnTo>
                  <a:pt x="64160" y="115887"/>
                </a:lnTo>
                <a:lnTo>
                  <a:pt x="62814" y="114554"/>
                </a:lnTo>
                <a:lnTo>
                  <a:pt x="62814" y="71882"/>
                </a:lnTo>
                <a:lnTo>
                  <a:pt x="157848" y="71882"/>
                </a:lnTo>
                <a:lnTo>
                  <a:pt x="157848" y="45021"/>
                </a:lnTo>
                <a:lnTo>
                  <a:pt x="62814" y="45021"/>
                </a:lnTo>
                <a:lnTo>
                  <a:pt x="62814" y="0"/>
                </a:lnTo>
                <a:lnTo>
                  <a:pt x="22517" y="0"/>
                </a:lnTo>
                <a:lnTo>
                  <a:pt x="22517" y="140411"/>
                </a:lnTo>
                <a:lnTo>
                  <a:pt x="24193" y="142430"/>
                </a:lnTo>
                <a:lnTo>
                  <a:pt x="90004" y="142430"/>
                </a:lnTo>
                <a:lnTo>
                  <a:pt x="90004" y="194805"/>
                </a:lnTo>
                <a:lnTo>
                  <a:pt x="0" y="194805"/>
                </a:lnTo>
                <a:lnTo>
                  <a:pt x="0" y="222008"/>
                </a:lnTo>
                <a:lnTo>
                  <a:pt x="220675" y="222008"/>
                </a:lnTo>
                <a:lnTo>
                  <a:pt x="220675" y="194805"/>
                </a:lnTo>
                <a:close/>
              </a:path>
            </a:pathLst>
          </a:custGeom>
          <a:solidFill>
            <a:srgbClr val="007AB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7" name="object 37"/>
          <p:cNvGrpSpPr/>
          <p:nvPr/>
        </p:nvGrpSpPr>
        <p:grpSpPr>
          <a:xfrm>
            <a:off x="12252318" y="10395903"/>
            <a:ext cx="1221740" cy="129539"/>
            <a:chOff x="12252318" y="10395903"/>
            <a:chExt cx="1221740" cy="129539"/>
          </a:xfrm>
        </p:grpSpPr>
        <p:sp>
          <p:nvSpPr>
            <p:cNvPr id="38" name="object 38"/>
            <p:cNvSpPr/>
            <p:nvPr/>
          </p:nvSpPr>
          <p:spPr>
            <a:xfrm>
              <a:off x="12252318" y="10395903"/>
              <a:ext cx="1221740" cy="129539"/>
            </a:xfrm>
            <a:custGeom>
              <a:avLst/>
              <a:gdLst/>
              <a:ahLst/>
              <a:cxnLst/>
              <a:rect l="l" t="t" r="r" b="b"/>
              <a:pathLst>
                <a:path w="1221740" h="129540">
                  <a:moveTo>
                    <a:pt x="1221156" y="0"/>
                  </a:moveTo>
                  <a:lnTo>
                    <a:pt x="0" y="0"/>
                  </a:lnTo>
                  <a:lnTo>
                    <a:pt x="0" y="129022"/>
                  </a:lnTo>
                  <a:lnTo>
                    <a:pt x="1221156" y="129022"/>
                  </a:lnTo>
                  <a:lnTo>
                    <a:pt x="1221156" y="0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2318833" y="10414435"/>
              <a:ext cx="1087755" cy="93980"/>
            </a:xfrm>
            <a:custGeom>
              <a:avLst/>
              <a:gdLst/>
              <a:ahLst/>
              <a:cxnLst/>
              <a:rect l="l" t="t" r="r" b="b"/>
              <a:pathLst>
                <a:path w="1087755" h="93979">
                  <a:moveTo>
                    <a:pt x="453241" y="53799"/>
                  </a:moveTo>
                  <a:lnTo>
                    <a:pt x="451553" y="53799"/>
                  </a:lnTo>
                  <a:lnTo>
                    <a:pt x="442787" y="55108"/>
                  </a:lnTo>
                  <a:lnTo>
                    <a:pt x="434912" y="59176"/>
                  </a:lnTo>
                  <a:lnTo>
                    <a:pt x="429587" y="65521"/>
                  </a:lnTo>
                  <a:lnTo>
                    <a:pt x="427630" y="73788"/>
                  </a:lnTo>
                  <a:lnTo>
                    <a:pt x="429587" y="82039"/>
                  </a:lnTo>
                  <a:lnTo>
                    <a:pt x="434912" y="88348"/>
                  </a:lnTo>
                  <a:lnTo>
                    <a:pt x="442787" y="92379"/>
                  </a:lnTo>
                  <a:lnTo>
                    <a:pt x="452394" y="93798"/>
                  </a:lnTo>
                  <a:lnTo>
                    <a:pt x="462068" y="92379"/>
                  </a:lnTo>
                  <a:lnTo>
                    <a:pt x="470007" y="88348"/>
                  </a:lnTo>
                  <a:lnTo>
                    <a:pt x="472714" y="85170"/>
                  </a:lnTo>
                  <a:lnTo>
                    <a:pt x="446080" y="85170"/>
                  </a:lnTo>
                  <a:lnTo>
                    <a:pt x="440897" y="80751"/>
                  </a:lnTo>
                  <a:lnTo>
                    <a:pt x="440897" y="66720"/>
                  </a:lnTo>
                  <a:lnTo>
                    <a:pt x="446080" y="62291"/>
                  </a:lnTo>
                  <a:lnTo>
                    <a:pt x="472645" y="62291"/>
                  </a:lnTo>
                  <a:lnTo>
                    <a:pt x="470007" y="59176"/>
                  </a:lnTo>
                  <a:lnTo>
                    <a:pt x="462068" y="55108"/>
                  </a:lnTo>
                  <a:lnTo>
                    <a:pt x="453241" y="53799"/>
                  </a:lnTo>
                  <a:close/>
                </a:path>
                <a:path w="1087755" h="93979">
                  <a:moveTo>
                    <a:pt x="472645" y="62291"/>
                  </a:moveTo>
                  <a:lnTo>
                    <a:pt x="458781" y="62291"/>
                  </a:lnTo>
                  <a:lnTo>
                    <a:pt x="463985" y="66720"/>
                  </a:lnTo>
                  <a:lnTo>
                    <a:pt x="463985" y="80751"/>
                  </a:lnTo>
                  <a:lnTo>
                    <a:pt x="458781" y="85170"/>
                  </a:lnTo>
                  <a:lnTo>
                    <a:pt x="472714" y="85170"/>
                  </a:lnTo>
                  <a:lnTo>
                    <a:pt x="475381" y="82039"/>
                  </a:lnTo>
                  <a:lnTo>
                    <a:pt x="477357" y="73788"/>
                  </a:lnTo>
                  <a:lnTo>
                    <a:pt x="475381" y="65521"/>
                  </a:lnTo>
                  <a:lnTo>
                    <a:pt x="472645" y="62291"/>
                  </a:lnTo>
                  <a:close/>
                </a:path>
                <a:path w="1087755" h="93979">
                  <a:moveTo>
                    <a:pt x="481660" y="3633"/>
                  </a:moveTo>
                  <a:lnTo>
                    <a:pt x="468394" y="3633"/>
                  </a:lnTo>
                  <a:lnTo>
                    <a:pt x="468394" y="53799"/>
                  </a:lnTo>
                  <a:lnTo>
                    <a:pt x="481660" y="53799"/>
                  </a:lnTo>
                  <a:lnTo>
                    <a:pt x="481660" y="31695"/>
                  </a:lnTo>
                  <a:lnTo>
                    <a:pt x="471723" y="31695"/>
                  </a:lnTo>
                  <a:lnTo>
                    <a:pt x="471723" y="23067"/>
                  </a:lnTo>
                  <a:lnTo>
                    <a:pt x="481660" y="23067"/>
                  </a:lnTo>
                  <a:lnTo>
                    <a:pt x="481660" y="3633"/>
                  </a:lnTo>
                  <a:close/>
                </a:path>
                <a:path w="1087755" h="93979">
                  <a:moveTo>
                    <a:pt x="428520" y="13140"/>
                  </a:moveTo>
                  <a:lnTo>
                    <a:pt x="428301" y="13140"/>
                  </a:lnTo>
                  <a:lnTo>
                    <a:pt x="428301" y="18774"/>
                  </a:lnTo>
                  <a:lnTo>
                    <a:pt x="427111" y="27269"/>
                  </a:lnTo>
                  <a:lnTo>
                    <a:pt x="423590" y="34247"/>
                  </a:lnTo>
                  <a:lnTo>
                    <a:pt x="417809" y="39509"/>
                  </a:lnTo>
                  <a:lnTo>
                    <a:pt x="409840" y="42857"/>
                  </a:lnTo>
                  <a:lnTo>
                    <a:pt x="409840" y="51684"/>
                  </a:lnTo>
                  <a:lnTo>
                    <a:pt x="423272" y="47255"/>
                  </a:lnTo>
                  <a:lnTo>
                    <a:pt x="433108" y="39748"/>
                  </a:lnTo>
                  <a:lnTo>
                    <a:pt x="435209" y="36152"/>
                  </a:lnTo>
                  <a:lnTo>
                    <a:pt x="430595" y="28302"/>
                  </a:lnTo>
                  <a:lnTo>
                    <a:pt x="428520" y="15350"/>
                  </a:lnTo>
                  <a:lnTo>
                    <a:pt x="428520" y="13140"/>
                  </a:lnTo>
                  <a:close/>
                </a:path>
                <a:path w="1087755" h="93979">
                  <a:moveTo>
                    <a:pt x="441442" y="13140"/>
                  </a:moveTo>
                  <a:lnTo>
                    <a:pt x="441211" y="13140"/>
                  </a:lnTo>
                  <a:lnTo>
                    <a:pt x="441211" y="16449"/>
                  </a:lnTo>
                  <a:lnTo>
                    <a:pt x="439153" y="29401"/>
                  </a:lnTo>
                  <a:lnTo>
                    <a:pt x="435209" y="36152"/>
                  </a:lnTo>
                  <a:lnTo>
                    <a:pt x="436677" y="38650"/>
                  </a:lnTo>
                  <a:lnTo>
                    <a:pt x="446552" y="46160"/>
                  </a:lnTo>
                  <a:lnTo>
                    <a:pt x="460006" y="50595"/>
                  </a:lnTo>
                  <a:lnTo>
                    <a:pt x="460006" y="41757"/>
                  </a:lnTo>
                  <a:lnTo>
                    <a:pt x="452026" y="38410"/>
                  </a:lnTo>
                  <a:lnTo>
                    <a:pt x="446208" y="33148"/>
                  </a:lnTo>
                  <a:lnTo>
                    <a:pt x="442649" y="26170"/>
                  </a:lnTo>
                  <a:lnTo>
                    <a:pt x="441442" y="17674"/>
                  </a:lnTo>
                  <a:lnTo>
                    <a:pt x="441442" y="13140"/>
                  </a:lnTo>
                  <a:close/>
                </a:path>
                <a:path w="1087755" h="93979">
                  <a:moveTo>
                    <a:pt x="441442" y="10921"/>
                  </a:moveTo>
                  <a:lnTo>
                    <a:pt x="428520" y="10921"/>
                  </a:lnTo>
                  <a:lnTo>
                    <a:pt x="428520" y="15350"/>
                  </a:lnTo>
                  <a:lnTo>
                    <a:pt x="430595" y="28302"/>
                  </a:lnTo>
                  <a:lnTo>
                    <a:pt x="435209" y="36152"/>
                  </a:lnTo>
                  <a:lnTo>
                    <a:pt x="439153" y="29401"/>
                  </a:lnTo>
                  <a:lnTo>
                    <a:pt x="441211" y="16449"/>
                  </a:lnTo>
                  <a:lnTo>
                    <a:pt x="441211" y="13140"/>
                  </a:lnTo>
                  <a:lnTo>
                    <a:pt x="441442" y="13140"/>
                  </a:lnTo>
                  <a:lnTo>
                    <a:pt x="441442" y="10921"/>
                  </a:lnTo>
                  <a:close/>
                </a:path>
                <a:path w="1087755" h="93979">
                  <a:moveTo>
                    <a:pt x="468394" y="23067"/>
                  </a:moveTo>
                  <a:lnTo>
                    <a:pt x="453169" y="23067"/>
                  </a:lnTo>
                  <a:lnTo>
                    <a:pt x="453169" y="31695"/>
                  </a:lnTo>
                  <a:lnTo>
                    <a:pt x="468394" y="31695"/>
                  </a:lnTo>
                  <a:lnTo>
                    <a:pt x="468394" y="23067"/>
                  </a:lnTo>
                  <a:close/>
                </a:path>
                <a:path w="1087755" h="93979">
                  <a:moveTo>
                    <a:pt x="481660" y="23067"/>
                  </a:moveTo>
                  <a:lnTo>
                    <a:pt x="471723" y="23067"/>
                  </a:lnTo>
                  <a:lnTo>
                    <a:pt x="471723" y="31695"/>
                  </a:lnTo>
                  <a:lnTo>
                    <a:pt x="481660" y="31695"/>
                  </a:lnTo>
                  <a:lnTo>
                    <a:pt x="481660" y="23067"/>
                  </a:lnTo>
                  <a:close/>
                </a:path>
                <a:path w="1087755" h="93979">
                  <a:moveTo>
                    <a:pt x="457472" y="5738"/>
                  </a:moveTo>
                  <a:lnTo>
                    <a:pt x="412835" y="5738"/>
                  </a:lnTo>
                  <a:lnTo>
                    <a:pt x="412835" y="14470"/>
                  </a:lnTo>
                  <a:lnTo>
                    <a:pt x="428301" y="14470"/>
                  </a:lnTo>
                  <a:lnTo>
                    <a:pt x="428301" y="13140"/>
                  </a:lnTo>
                  <a:lnTo>
                    <a:pt x="428520" y="13140"/>
                  </a:lnTo>
                  <a:lnTo>
                    <a:pt x="428520" y="10921"/>
                  </a:lnTo>
                  <a:lnTo>
                    <a:pt x="457472" y="10921"/>
                  </a:lnTo>
                  <a:lnTo>
                    <a:pt x="457472" y="5738"/>
                  </a:lnTo>
                  <a:close/>
                </a:path>
                <a:path w="1087755" h="93979">
                  <a:moveTo>
                    <a:pt x="457472" y="10921"/>
                  </a:moveTo>
                  <a:lnTo>
                    <a:pt x="441442" y="10921"/>
                  </a:lnTo>
                  <a:lnTo>
                    <a:pt x="441442" y="14470"/>
                  </a:lnTo>
                  <a:lnTo>
                    <a:pt x="457472" y="14470"/>
                  </a:lnTo>
                  <a:lnTo>
                    <a:pt x="457472" y="10921"/>
                  </a:lnTo>
                  <a:close/>
                </a:path>
                <a:path w="1087755" h="93979">
                  <a:moveTo>
                    <a:pt x="346513" y="56333"/>
                  </a:moveTo>
                  <a:lnTo>
                    <a:pt x="336530" y="57666"/>
                  </a:lnTo>
                  <a:lnTo>
                    <a:pt x="328462" y="61453"/>
                  </a:lnTo>
                  <a:lnTo>
                    <a:pt x="323066" y="67376"/>
                  </a:lnTo>
                  <a:lnTo>
                    <a:pt x="321100" y="75118"/>
                  </a:lnTo>
                  <a:lnTo>
                    <a:pt x="323066" y="82785"/>
                  </a:lnTo>
                  <a:lnTo>
                    <a:pt x="328462" y="88679"/>
                  </a:lnTo>
                  <a:lnTo>
                    <a:pt x="336530" y="92462"/>
                  </a:lnTo>
                  <a:lnTo>
                    <a:pt x="346513" y="93798"/>
                  </a:lnTo>
                  <a:lnTo>
                    <a:pt x="356447" y="92462"/>
                  </a:lnTo>
                  <a:lnTo>
                    <a:pt x="364520" y="88679"/>
                  </a:lnTo>
                  <a:lnTo>
                    <a:pt x="367748" y="85170"/>
                  </a:lnTo>
                  <a:lnTo>
                    <a:pt x="339769" y="85170"/>
                  </a:lnTo>
                  <a:lnTo>
                    <a:pt x="334345" y="81191"/>
                  </a:lnTo>
                  <a:lnTo>
                    <a:pt x="334345" y="69045"/>
                  </a:lnTo>
                  <a:lnTo>
                    <a:pt x="339769" y="64950"/>
                  </a:lnTo>
                  <a:lnTo>
                    <a:pt x="367721" y="64950"/>
                  </a:lnTo>
                  <a:lnTo>
                    <a:pt x="364520" y="61453"/>
                  </a:lnTo>
                  <a:lnTo>
                    <a:pt x="356447" y="57666"/>
                  </a:lnTo>
                  <a:lnTo>
                    <a:pt x="346513" y="56333"/>
                  </a:lnTo>
                  <a:close/>
                </a:path>
                <a:path w="1087755" h="93979">
                  <a:moveTo>
                    <a:pt x="367721" y="64950"/>
                  </a:moveTo>
                  <a:lnTo>
                    <a:pt x="353141" y="64950"/>
                  </a:lnTo>
                  <a:lnTo>
                    <a:pt x="358554" y="69045"/>
                  </a:lnTo>
                  <a:lnTo>
                    <a:pt x="358554" y="81191"/>
                  </a:lnTo>
                  <a:lnTo>
                    <a:pt x="353141" y="85170"/>
                  </a:lnTo>
                  <a:lnTo>
                    <a:pt x="367748" y="85170"/>
                  </a:lnTo>
                  <a:lnTo>
                    <a:pt x="369942" y="82785"/>
                  </a:lnTo>
                  <a:lnTo>
                    <a:pt x="371925" y="75118"/>
                  </a:lnTo>
                  <a:lnTo>
                    <a:pt x="369942" y="67376"/>
                  </a:lnTo>
                  <a:lnTo>
                    <a:pt x="367721" y="64950"/>
                  </a:lnTo>
                  <a:close/>
                </a:path>
                <a:path w="1087755" h="93979">
                  <a:moveTo>
                    <a:pt x="950222" y="57443"/>
                  </a:moveTo>
                  <a:lnTo>
                    <a:pt x="940288" y="58736"/>
                  </a:lnTo>
                  <a:lnTo>
                    <a:pt x="932215" y="62410"/>
                  </a:lnTo>
                  <a:lnTo>
                    <a:pt x="926792" y="68155"/>
                  </a:lnTo>
                  <a:lnTo>
                    <a:pt x="924809" y="75662"/>
                  </a:lnTo>
                  <a:lnTo>
                    <a:pt x="926792" y="83112"/>
                  </a:lnTo>
                  <a:lnTo>
                    <a:pt x="932215" y="88833"/>
                  </a:lnTo>
                  <a:lnTo>
                    <a:pt x="940288" y="92503"/>
                  </a:lnTo>
                  <a:lnTo>
                    <a:pt x="950222" y="93798"/>
                  </a:lnTo>
                  <a:lnTo>
                    <a:pt x="960116" y="92503"/>
                  </a:lnTo>
                  <a:lnTo>
                    <a:pt x="968194" y="88833"/>
                  </a:lnTo>
                  <a:lnTo>
                    <a:pt x="971680" y="85170"/>
                  </a:lnTo>
                  <a:lnTo>
                    <a:pt x="943709" y="85170"/>
                  </a:lnTo>
                  <a:lnTo>
                    <a:pt x="938076" y="81421"/>
                  </a:lnTo>
                  <a:lnTo>
                    <a:pt x="938076" y="69924"/>
                  </a:lnTo>
                  <a:lnTo>
                    <a:pt x="943709" y="66050"/>
                  </a:lnTo>
                  <a:lnTo>
                    <a:pt x="971643" y="66050"/>
                  </a:lnTo>
                  <a:lnTo>
                    <a:pt x="968194" y="62410"/>
                  </a:lnTo>
                  <a:lnTo>
                    <a:pt x="960116" y="58736"/>
                  </a:lnTo>
                  <a:lnTo>
                    <a:pt x="950222" y="57443"/>
                  </a:lnTo>
                  <a:close/>
                </a:path>
                <a:path w="1087755" h="93979">
                  <a:moveTo>
                    <a:pt x="971643" y="66050"/>
                  </a:moveTo>
                  <a:lnTo>
                    <a:pt x="956630" y="66050"/>
                  </a:lnTo>
                  <a:lnTo>
                    <a:pt x="962263" y="69924"/>
                  </a:lnTo>
                  <a:lnTo>
                    <a:pt x="962263" y="81421"/>
                  </a:lnTo>
                  <a:lnTo>
                    <a:pt x="956630" y="85170"/>
                  </a:lnTo>
                  <a:lnTo>
                    <a:pt x="971680" y="85170"/>
                  </a:lnTo>
                  <a:lnTo>
                    <a:pt x="973639" y="83112"/>
                  </a:lnTo>
                  <a:lnTo>
                    <a:pt x="975635" y="75662"/>
                  </a:lnTo>
                  <a:lnTo>
                    <a:pt x="973639" y="68155"/>
                  </a:lnTo>
                  <a:lnTo>
                    <a:pt x="971643" y="66050"/>
                  </a:lnTo>
                  <a:close/>
                </a:path>
                <a:path w="1087755" h="93979">
                  <a:moveTo>
                    <a:pt x="784562" y="3633"/>
                  </a:moveTo>
                  <a:lnTo>
                    <a:pt x="771295" y="3633"/>
                  </a:lnTo>
                  <a:lnTo>
                    <a:pt x="771295" y="89693"/>
                  </a:lnTo>
                  <a:lnTo>
                    <a:pt x="784562" y="89693"/>
                  </a:lnTo>
                  <a:lnTo>
                    <a:pt x="784562" y="74228"/>
                  </a:lnTo>
                  <a:lnTo>
                    <a:pt x="774845" y="74228"/>
                  </a:lnTo>
                  <a:lnTo>
                    <a:pt x="774845" y="65285"/>
                  </a:lnTo>
                  <a:lnTo>
                    <a:pt x="784562" y="65285"/>
                  </a:lnTo>
                  <a:lnTo>
                    <a:pt x="784562" y="3633"/>
                  </a:lnTo>
                  <a:close/>
                </a:path>
                <a:path w="1087755" h="93979">
                  <a:moveTo>
                    <a:pt x="732752" y="65285"/>
                  </a:moveTo>
                  <a:lnTo>
                    <a:pt x="711643" y="65285"/>
                  </a:lnTo>
                  <a:lnTo>
                    <a:pt x="711643" y="74228"/>
                  </a:lnTo>
                  <a:lnTo>
                    <a:pt x="771295" y="74228"/>
                  </a:lnTo>
                  <a:lnTo>
                    <a:pt x="771295" y="68050"/>
                  </a:lnTo>
                  <a:lnTo>
                    <a:pt x="732752" y="68050"/>
                  </a:lnTo>
                  <a:lnTo>
                    <a:pt x="732752" y="65285"/>
                  </a:lnTo>
                  <a:close/>
                </a:path>
                <a:path w="1087755" h="93979">
                  <a:moveTo>
                    <a:pt x="784562" y="65285"/>
                  </a:moveTo>
                  <a:lnTo>
                    <a:pt x="774845" y="65285"/>
                  </a:lnTo>
                  <a:lnTo>
                    <a:pt x="774845" y="74228"/>
                  </a:lnTo>
                  <a:lnTo>
                    <a:pt x="784562" y="74228"/>
                  </a:lnTo>
                  <a:lnTo>
                    <a:pt x="784562" y="65285"/>
                  </a:lnTo>
                  <a:close/>
                </a:path>
                <a:path w="1087755" h="93979">
                  <a:moveTo>
                    <a:pt x="732752" y="51590"/>
                  </a:moveTo>
                  <a:lnTo>
                    <a:pt x="732752" y="68050"/>
                  </a:lnTo>
                  <a:lnTo>
                    <a:pt x="746019" y="68050"/>
                  </a:lnTo>
                  <a:lnTo>
                    <a:pt x="746019" y="52679"/>
                  </a:lnTo>
                  <a:lnTo>
                    <a:pt x="739380" y="52679"/>
                  </a:lnTo>
                  <a:lnTo>
                    <a:pt x="732752" y="51590"/>
                  </a:lnTo>
                  <a:close/>
                </a:path>
                <a:path w="1087755" h="93979">
                  <a:moveTo>
                    <a:pt x="771295" y="65285"/>
                  </a:moveTo>
                  <a:lnTo>
                    <a:pt x="746019" y="65285"/>
                  </a:lnTo>
                  <a:lnTo>
                    <a:pt x="746019" y="68050"/>
                  </a:lnTo>
                  <a:lnTo>
                    <a:pt x="771295" y="68050"/>
                  </a:lnTo>
                  <a:lnTo>
                    <a:pt x="771295" y="65285"/>
                  </a:lnTo>
                  <a:close/>
                </a:path>
                <a:path w="1087755" h="93979">
                  <a:moveTo>
                    <a:pt x="746019" y="49045"/>
                  </a:moveTo>
                  <a:lnTo>
                    <a:pt x="732752" y="49045"/>
                  </a:lnTo>
                  <a:lnTo>
                    <a:pt x="732752" y="51590"/>
                  </a:lnTo>
                  <a:lnTo>
                    <a:pt x="739380" y="52679"/>
                  </a:lnTo>
                  <a:lnTo>
                    <a:pt x="745970" y="51590"/>
                  </a:lnTo>
                  <a:lnTo>
                    <a:pt x="746019" y="49045"/>
                  </a:lnTo>
                  <a:close/>
                </a:path>
                <a:path w="1087755" h="93979">
                  <a:moveTo>
                    <a:pt x="746019" y="51590"/>
                  </a:moveTo>
                  <a:lnTo>
                    <a:pt x="739380" y="52679"/>
                  </a:lnTo>
                  <a:lnTo>
                    <a:pt x="746019" y="52679"/>
                  </a:lnTo>
                  <a:lnTo>
                    <a:pt x="746019" y="51590"/>
                  </a:lnTo>
                  <a:close/>
                </a:path>
                <a:path w="1087755" h="93979">
                  <a:moveTo>
                    <a:pt x="739380" y="13685"/>
                  </a:moveTo>
                  <a:lnTo>
                    <a:pt x="731012" y="15079"/>
                  </a:lnTo>
                  <a:lnTo>
                    <a:pt x="724239" y="19030"/>
                  </a:lnTo>
                  <a:lnTo>
                    <a:pt x="719705" y="25197"/>
                  </a:lnTo>
                  <a:lnTo>
                    <a:pt x="718094" y="33025"/>
                  </a:lnTo>
                  <a:lnTo>
                    <a:pt x="718051" y="33234"/>
                  </a:lnTo>
                  <a:lnTo>
                    <a:pt x="719705" y="41264"/>
                  </a:lnTo>
                  <a:lnTo>
                    <a:pt x="724239" y="47393"/>
                  </a:lnTo>
                  <a:lnTo>
                    <a:pt x="731012" y="51304"/>
                  </a:lnTo>
                  <a:lnTo>
                    <a:pt x="732752" y="51590"/>
                  </a:lnTo>
                  <a:lnTo>
                    <a:pt x="732752" y="49045"/>
                  </a:lnTo>
                  <a:lnTo>
                    <a:pt x="751615" y="49045"/>
                  </a:lnTo>
                  <a:lnTo>
                    <a:pt x="754478" y="47393"/>
                  </a:lnTo>
                  <a:lnTo>
                    <a:pt x="756950" y="44071"/>
                  </a:lnTo>
                  <a:lnTo>
                    <a:pt x="734731" y="44071"/>
                  </a:lnTo>
                  <a:lnTo>
                    <a:pt x="731318" y="39873"/>
                  </a:lnTo>
                  <a:lnTo>
                    <a:pt x="731318" y="26062"/>
                  </a:lnTo>
                  <a:lnTo>
                    <a:pt x="734731" y="21873"/>
                  </a:lnTo>
                  <a:lnTo>
                    <a:pt x="756581" y="21873"/>
                  </a:lnTo>
                  <a:lnTo>
                    <a:pt x="754478" y="19030"/>
                  </a:lnTo>
                  <a:lnTo>
                    <a:pt x="747700" y="15079"/>
                  </a:lnTo>
                  <a:lnTo>
                    <a:pt x="739380" y="13685"/>
                  </a:lnTo>
                  <a:close/>
                </a:path>
                <a:path w="1087755" h="93979">
                  <a:moveTo>
                    <a:pt x="751615" y="49045"/>
                  </a:moveTo>
                  <a:lnTo>
                    <a:pt x="746019" y="49045"/>
                  </a:lnTo>
                  <a:lnTo>
                    <a:pt x="746019" y="51590"/>
                  </a:lnTo>
                  <a:lnTo>
                    <a:pt x="747700" y="51304"/>
                  </a:lnTo>
                  <a:lnTo>
                    <a:pt x="751615" y="49045"/>
                  </a:lnTo>
                  <a:close/>
                </a:path>
                <a:path w="1087755" h="93979">
                  <a:moveTo>
                    <a:pt x="756581" y="21873"/>
                  </a:moveTo>
                  <a:lnTo>
                    <a:pt x="743914" y="21873"/>
                  </a:lnTo>
                  <a:lnTo>
                    <a:pt x="747348" y="26062"/>
                  </a:lnTo>
                  <a:lnTo>
                    <a:pt x="747348" y="39873"/>
                  </a:lnTo>
                  <a:lnTo>
                    <a:pt x="743914" y="44071"/>
                  </a:lnTo>
                  <a:lnTo>
                    <a:pt x="756950" y="44071"/>
                  </a:lnTo>
                  <a:lnTo>
                    <a:pt x="759039" y="41264"/>
                  </a:lnTo>
                  <a:lnTo>
                    <a:pt x="760709" y="33234"/>
                  </a:lnTo>
                  <a:lnTo>
                    <a:pt x="759039" y="25197"/>
                  </a:lnTo>
                  <a:lnTo>
                    <a:pt x="756581" y="21873"/>
                  </a:lnTo>
                  <a:close/>
                </a:path>
                <a:path w="1087755" h="93979">
                  <a:moveTo>
                    <a:pt x="732417" y="13140"/>
                  </a:moveTo>
                  <a:lnTo>
                    <a:pt x="713852" y="13140"/>
                  </a:lnTo>
                  <a:lnTo>
                    <a:pt x="713852" y="21873"/>
                  </a:lnTo>
                  <a:lnTo>
                    <a:pt x="722149" y="21873"/>
                  </a:lnTo>
                  <a:lnTo>
                    <a:pt x="724239" y="19030"/>
                  </a:lnTo>
                  <a:lnTo>
                    <a:pt x="731012" y="15079"/>
                  </a:lnTo>
                  <a:lnTo>
                    <a:pt x="736048" y="14240"/>
                  </a:lnTo>
                  <a:lnTo>
                    <a:pt x="732417" y="14240"/>
                  </a:lnTo>
                  <a:lnTo>
                    <a:pt x="732417" y="13140"/>
                  </a:lnTo>
                  <a:close/>
                </a:path>
                <a:path w="1087755" h="93979">
                  <a:moveTo>
                    <a:pt x="746333" y="13685"/>
                  </a:moveTo>
                  <a:lnTo>
                    <a:pt x="739380" y="13685"/>
                  </a:lnTo>
                  <a:lnTo>
                    <a:pt x="747700" y="15079"/>
                  </a:lnTo>
                  <a:lnTo>
                    <a:pt x="754478" y="19030"/>
                  </a:lnTo>
                  <a:lnTo>
                    <a:pt x="756581" y="21873"/>
                  </a:lnTo>
                  <a:lnTo>
                    <a:pt x="764898" y="21873"/>
                  </a:lnTo>
                  <a:lnTo>
                    <a:pt x="764898" y="14240"/>
                  </a:lnTo>
                  <a:lnTo>
                    <a:pt x="746333" y="14240"/>
                  </a:lnTo>
                  <a:lnTo>
                    <a:pt x="746333" y="13685"/>
                  </a:lnTo>
                  <a:close/>
                </a:path>
                <a:path w="1087755" h="93979">
                  <a:moveTo>
                    <a:pt x="746333" y="1099"/>
                  </a:moveTo>
                  <a:lnTo>
                    <a:pt x="732417" y="1099"/>
                  </a:lnTo>
                  <a:lnTo>
                    <a:pt x="732417" y="14240"/>
                  </a:lnTo>
                  <a:lnTo>
                    <a:pt x="736048" y="14240"/>
                  </a:lnTo>
                  <a:lnTo>
                    <a:pt x="739380" y="13685"/>
                  </a:lnTo>
                  <a:lnTo>
                    <a:pt x="746333" y="13685"/>
                  </a:lnTo>
                  <a:lnTo>
                    <a:pt x="746333" y="1099"/>
                  </a:lnTo>
                  <a:close/>
                </a:path>
                <a:path w="1087755" h="93979">
                  <a:moveTo>
                    <a:pt x="764898" y="13140"/>
                  </a:moveTo>
                  <a:lnTo>
                    <a:pt x="746333" y="13140"/>
                  </a:lnTo>
                  <a:lnTo>
                    <a:pt x="746333" y="14240"/>
                  </a:lnTo>
                  <a:lnTo>
                    <a:pt x="764898" y="14240"/>
                  </a:lnTo>
                  <a:lnTo>
                    <a:pt x="764898" y="13140"/>
                  </a:lnTo>
                  <a:close/>
                </a:path>
                <a:path w="1087755" h="93979">
                  <a:moveTo>
                    <a:pt x="635027" y="4617"/>
                  </a:moveTo>
                  <a:lnTo>
                    <a:pt x="634818" y="4617"/>
                  </a:lnTo>
                  <a:lnTo>
                    <a:pt x="634818" y="24292"/>
                  </a:lnTo>
                  <a:lnTo>
                    <a:pt x="632808" y="37105"/>
                  </a:lnTo>
                  <a:lnTo>
                    <a:pt x="632706" y="37761"/>
                  </a:lnTo>
                  <a:lnTo>
                    <a:pt x="628699" y="45227"/>
                  </a:lnTo>
                  <a:lnTo>
                    <a:pt x="630925" y="49247"/>
                  </a:lnTo>
                  <a:lnTo>
                    <a:pt x="641117" y="58165"/>
                  </a:lnTo>
                  <a:lnTo>
                    <a:pt x="654911" y="63076"/>
                  </a:lnTo>
                  <a:lnTo>
                    <a:pt x="654911" y="54239"/>
                  </a:lnTo>
                  <a:lnTo>
                    <a:pt x="646583" y="50415"/>
                  </a:lnTo>
                  <a:lnTo>
                    <a:pt x="640431" y="43752"/>
                  </a:lnTo>
                  <a:lnTo>
                    <a:pt x="637657" y="37761"/>
                  </a:lnTo>
                  <a:lnTo>
                    <a:pt x="636394" y="34980"/>
                  </a:lnTo>
                  <a:lnTo>
                    <a:pt x="635027" y="25496"/>
                  </a:lnTo>
                  <a:lnTo>
                    <a:pt x="635027" y="4617"/>
                  </a:lnTo>
                  <a:close/>
                </a:path>
                <a:path w="1087755" h="93979">
                  <a:moveTo>
                    <a:pt x="622096" y="4617"/>
                  </a:moveTo>
                  <a:lnTo>
                    <a:pt x="621865" y="4617"/>
                  </a:lnTo>
                  <a:lnTo>
                    <a:pt x="621865" y="26616"/>
                  </a:lnTo>
                  <a:lnTo>
                    <a:pt x="620716" y="34980"/>
                  </a:lnTo>
                  <a:lnTo>
                    <a:pt x="620627" y="35632"/>
                  </a:lnTo>
                  <a:lnTo>
                    <a:pt x="616999" y="43752"/>
                  </a:lnTo>
                  <a:lnTo>
                    <a:pt x="611113" y="50152"/>
                  </a:lnTo>
                  <a:lnTo>
                    <a:pt x="603102" y="54008"/>
                  </a:lnTo>
                  <a:lnTo>
                    <a:pt x="603102" y="62846"/>
                  </a:lnTo>
                  <a:lnTo>
                    <a:pt x="616587" y="57894"/>
                  </a:lnTo>
                  <a:lnTo>
                    <a:pt x="626542" y="49247"/>
                  </a:lnTo>
                  <a:lnTo>
                    <a:pt x="628699" y="45227"/>
                  </a:lnTo>
                  <a:lnTo>
                    <a:pt x="624334" y="37105"/>
                  </a:lnTo>
                  <a:lnTo>
                    <a:pt x="622096" y="23182"/>
                  </a:lnTo>
                  <a:lnTo>
                    <a:pt x="622096" y="4617"/>
                  </a:lnTo>
                  <a:close/>
                </a:path>
                <a:path w="1087755" h="93979">
                  <a:moveTo>
                    <a:pt x="634818" y="4617"/>
                  </a:moveTo>
                  <a:lnTo>
                    <a:pt x="622096" y="4617"/>
                  </a:lnTo>
                  <a:lnTo>
                    <a:pt x="622096" y="23182"/>
                  </a:lnTo>
                  <a:lnTo>
                    <a:pt x="624334" y="37105"/>
                  </a:lnTo>
                  <a:lnTo>
                    <a:pt x="628699" y="45227"/>
                  </a:lnTo>
                  <a:lnTo>
                    <a:pt x="632706" y="37761"/>
                  </a:lnTo>
                  <a:lnTo>
                    <a:pt x="634818" y="24292"/>
                  </a:lnTo>
                  <a:lnTo>
                    <a:pt x="634818" y="4617"/>
                  </a:lnTo>
                  <a:close/>
                </a:path>
                <a:path w="1087755" h="93979">
                  <a:moveTo>
                    <a:pt x="241081" y="13685"/>
                  </a:moveTo>
                  <a:lnTo>
                    <a:pt x="240851" y="13685"/>
                  </a:lnTo>
                  <a:lnTo>
                    <a:pt x="240851" y="25391"/>
                  </a:lnTo>
                  <a:lnTo>
                    <a:pt x="238842" y="38046"/>
                  </a:lnTo>
                  <a:lnTo>
                    <a:pt x="238740" y="38688"/>
                  </a:lnTo>
                  <a:lnTo>
                    <a:pt x="234746" y="45892"/>
                  </a:lnTo>
                  <a:lnTo>
                    <a:pt x="236975" y="49796"/>
                  </a:lnTo>
                  <a:lnTo>
                    <a:pt x="247168" y="58340"/>
                  </a:lnTo>
                  <a:lnTo>
                    <a:pt x="260965" y="63076"/>
                  </a:lnTo>
                  <a:lnTo>
                    <a:pt x="260965" y="54239"/>
                  </a:lnTo>
                  <a:lnTo>
                    <a:pt x="252637" y="50585"/>
                  </a:lnTo>
                  <a:lnTo>
                    <a:pt x="246500" y="44310"/>
                  </a:lnTo>
                  <a:lnTo>
                    <a:pt x="243767" y="38688"/>
                  </a:lnTo>
                  <a:lnTo>
                    <a:pt x="242448" y="35912"/>
                  </a:lnTo>
                  <a:lnTo>
                    <a:pt x="241081" y="26616"/>
                  </a:lnTo>
                  <a:lnTo>
                    <a:pt x="241081" y="13685"/>
                  </a:lnTo>
                  <a:close/>
                </a:path>
                <a:path w="1087755" h="93979">
                  <a:moveTo>
                    <a:pt x="228160" y="13685"/>
                  </a:moveTo>
                  <a:lnTo>
                    <a:pt x="227930" y="13685"/>
                  </a:lnTo>
                  <a:lnTo>
                    <a:pt x="227930" y="27716"/>
                  </a:lnTo>
                  <a:lnTo>
                    <a:pt x="226781" y="35912"/>
                  </a:lnTo>
                  <a:lnTo>
                    <a:pt x="226690" y="36568"/>
                  </a:lnTo>
                  <a:lnTo>
                    <a:pt x="223058" y="44310"/>
                  </a:lnTo>
                  <a:lnTo>
                    <a:pt x="217169" y="50327"/>
                  </a:lnTo>
                  <a:lnTo>
                    <a:pt x="209155" y="54008"/>
                  </a:lnTo>
                  <a:lnTo>
                    <a:pt x="209155" y="62846"/>
                  </a:lnTo>
                  <a:lnTo>
                    <a:pt x="222633" y="58065"/>
                  </a:lnTo>
                  <a:lnTo>
                    <a:pt x="232581" y="49796"/>
                  </a:lnTo>
                  <a:lnTo>
                    <a:pt x="234746" y="45892"/>
                  </a:lnTo>
                  <a:lnTo>
                    <a:pt x="230395" y="38046"/>
                  </a:lnTo>
                  <a:lnTo>
                    <a:pt x="228160" y="24292"/>
                  </a:lnTo>
                  <a:lnTo>
                    <a:pt x="228160" y="13685"/>
                  </a:lnTo>
                  <a:close/>
                </a:path>
                <a:path w="1087755" h="93979">
                  <a:moveTo>
                    <a:pt x="241081" y="11476"/>
                  </a:moveTo>
                  <a:lnTo>
                    <a:pt x="228160" y="11476"/>
                  </a:lnTo>
                  <a:lnTo>
                    <a:pt x="228160" y="24292"/>
                  </a:lnTo>
                  <a:lnTo>
                    <a:pt x="230395" y="38046"/>
                  </a:lnTo>
                  <a:lnTo>
                    <a:pt x="234746" y="45892"/>
                  </a:lnTo>
                  <a:lnTo>
                    <a:pt x="238740" y="38688"/>
                  </a:lnTo>
                  <a:lnTo>
                    <a:pt x="240851" y="25391"/>
                  </a:lnTo>
                  <a:lnTo>
                    <a:pt x="240851" y="13685"/>
                  </a:lnTo>
                  <a:lnTo>
                    <a:pt x="241081" y="13685"/>
                  </a:lnTo>
                  <a:lnTo>
                    <a:pt x="241081" y="11476"/>
                  </a:lnTo>
                  <a:close/>
                </a:path>
                <a:path w="1087755" h="93979">
                  <a:moveTo>
                    <a:pt x="257866" y="5738"/>
                  </a:moveTo>
                  <a:lnTo>
                    <a:pt x="211689" y="5738"/>
                  </a:lnTo>
                  <a:lnTo>
                    <a:pt x="211689" y="14470"/>
                  </a:lnTo>
                  <a:lnTo>
                    <a:pt x="227930" y="14470"/>
                  </a:lnTo>
                  <a:lnTo>
                    <a:pt x="227930" y="13685"/>
                  </a:lnTo>
                  <a:lnTo>
                    <a:pt x="228160" y="13685"/>
                  </a:lnTo>
                  <a:lnTo>
                    <a:pt x="228160" y="11476"/>
                  </a:lnTo>
                  <a:lnTo>
                    <a:pt x="257866" y="11476"/>
                  </a:lnTo>
                  <a:lnTo>
                    <a:pt x="257866" y="5738"/>
                  </a:lnTo>
                  <a:close/>
                </a:path>
                <a:path w="1087755" h="93979">
                  <a:moveTo>
                    <a:pt x="257866" y="11476"/>
                  </a:moveTo>
                  <a:lnTo>
                    <a:pt x="241081" y="11476"/>
                  </a:lnTo>
                  <a:lnTo>
                    <a:pt x="241081" y="14470"/>
                  </a:lnTo>
                  <a:lnTo>
                    <a:pt x="257866" y="14470"/>
                  </a:lnTo>
                  <a:lnTo>
                    <a:pt x="257866" y="11476"/>
                  </a:lnTo>
                  <a:close/>
                </a:path>
                <a:path w="1087755" h="93979">
                  <a:moveTo>
                    <a:pt x="832027" y="13685"/>
                  </a:moveTo>
                  <a:lnTo>
                    <a:pt x="831807" y="13685"/>
                  </a:lnTo>
                  <a:lnTo>
                    <a:pt x="831807" y="23308"/>
                  </a:lnTo>
                  <a:lnTo>
                    <a:pt x="830732" y="30984"/>
                  </a:lnTo>
                  <a:lnTo>
                    <a:pt x="830617" y="31803"/>
                  </a:lnTo>
                  <a:lnTo>
                    <a:pt x="827097" y="38781"/>
                  </a:lnTo>
                  <a:lnTo>
                    <a:pt x="821320" y="44043"/>
                  </a:lnTo>
                  <a:lnTo>
                    <a:pt x="813357" y="47391"/>
                  </a:lnTo>
                  <a:lnTo>
                    <a:pt x="813357" y="56218"/>
                  </a:lnTo>
                  <a:lnTo>
                    <a:pt x="826790" y="51787"/>
                  </a:lnTo>
                  <a:lnTo>
                    <a:pt x="836630" y="44278"/>
                  </a:lnTo>
                  <a:lnTo>
                    <a:pt x="838760" y="40634"/>
                  </a:lnTo>
                  <a:lnTo>
                    <a:pt x="834211" y="33104"/>
                  </a:lnTo>
                  <a:lnTo>
                    <a:pt x="832027" y="19873"/>
                  </a:lnTo>
                  <a:lnTo>
                    <a:pt x="832027" y="13685"/>
                  </a:lnTo>
                  <a:close/>
                </a:path>
                <a:path w="1087755" h="93979">
                  <a:moveTo>
                    <a:pt x="844948" y="13685"/>
                  </a:moveTo>
                  <a:lnTo>
                    <a:pt x="844738" y="13685"/>
                  </a:lnTo>
                  <a:lnTo>
                    <a:pt x="844738" y="20983"/>
                  </a:lnTo>
                  <a:lnTo>
                    <a:pt x="842678" y="33930"/>
                  </a:lnTo>
                  <a:lnTo>
                    <a:pt x="838760" y="40634"/>
                  </a:lnTo>
                  <a:lnTo>
                    <a:pt x="840560" y="43613"/>
                  </a:lnTo>
                  <a:lnTo>
                    <a:pt x="850765" y="51119"/>
                  </a:lnTo>
                  <a:lnTo>
                    <a:pt x="864518" y="55338"/>
                  </a:lnTo>
                  <a:lnTo>
                    <a:pt x="864518" y="46501"/>
                  </a:lnTo>
                  <a:lnTo>
                    <a:pt x="856238" y="43368"/>
                  </a:lnTo>
                  <a:lnTo>
                    <a:pt x="850091" y="38116"/>
                  </a:lnTo>
                  <a:lnTo>
                    <a:pt x="846265" y="30984"/>
                  </a:lnTo>
                  <a:lnTo>
                    <a:pt x="844948" y="22208"/>
                  </a:lnTo>
                  <a:lnTo>
                    <a:pt x="844948" y="13685"/>
                  </a:lnTo>
                  <a:close/>
                </a:path>
                <a:path w="1087755" h="93979">
                  <a:moveTo>
                    <a:pt x="844948" y="11476"/>
                  </a:moveTo>
                  <a:lnTo>
                    <a:pt x="832027" y="11476"/>
                  </a:lnTo>
                  <a:lnTo>
                    <a:pt x="832027" y="19873"/>
                  </a:lnTo>
                  <a:lnTo>
                    <a:pt x="834211" y="33104"/>
                  </a:lnTo>
                  <a:lnTo>
                    <a:pt x="838760" y="40634"/>
                  </a:lnTo>
                  <a:lnTo>
                    <a:pt x="842678" y="33930"/>
                  </a:lnTo>
                  <a:lnTo>
                    <a:pt x="844738" y="20983"/>
                  </a:lnTo>
                  <a:lnTo>
                    <a:pt x="844738" y="13685"/>
                  </a:lnTo>
                  <a:lnTo>
                    <a:pt x="844948" y="13685"/>
                  </a:lnTo>
                  <a:lnTo>
                    <a:pt x="844948" y="11476"/>
                  </a:lnTo>
                  <a:close/>
                </a:path>
                <a:path w="1087755" h="93979">
                  <a:moveTo>
                    <a:pt x="861523" y="5738"/>
                  </a:moveTo>
                  <a:lnTo>
                    <a:pt x="815786" y="5738"/>
                  </a:lnTo>
                  <a:lnTo>
                    <a:pt x="815786" y="14470"/>
                  </a:lnTo>
                  <a:lnTo>
                    <a:pt x="831807" y="14470"/>
                  </a:lnTo>
                  <a:lnTo>
                    <a:pt x="831807" y="13685"/>
                  </a:lnTo>
                  <a:lnTo>
                    <a:pt x="832027" y="13685"/>
                  </a:lnTo>
                  <a:lnTo>
                    <a:pt x="832027" y="11476"/>
                  </a:lnTo>
                  <a:lnTo>
                    <a:pt x="861523" y="11476"/>
                  </a:lnTo>
                  <a:lnTo>
                    <a:pt x="861523" y="5738"/>
                  </a:lnTo>
                  <a:close/>
                </a:path>
                <a:path w="1087755" h="93979">
                  <a:moveTo>
                    <a:pt x="861523" y="11476"/>
                  </a:moveTo>
                  <a:lnTo>
                    <a:pt x="844948" y="11476"/>
                  </a:lnTo>
                  <a:lnTo>
                    <a:pt x="844948" y="14470"/>
                  </a:lnTo>
                  <a:lnTo>
                    <a:pt x="861523" y="14470"/>
                  </a:lnTo>
                  <a:lnTo>
                    <a:pt x="861523" y="11476"/>
                  </a:lnTo>
                  <a:close/>
                </a:path>
                <a:path w="1087755" h="93979">
                  <a:moveTo>
                    <a:pt x="987352" y="44961"/>
                  </a:moveTo>
                  <a:lnTo>
                    <a:pt x="913658" y="44961"/>
                  </a:lnTo>
                  <a:lnTo>
                    <a:pt x="913658" y="53904"/>
                  </a:lnTo>
                  <a:lnTo>
                    <a:pt x="987352" y="53904"/>
                  </a:lnTo>
                  <a:lnTo>
                    <a:pt x="987352" y="44961"/>
                  </a:lnTo>
                  <a:close/>
                </a:path>
                <a:path w="1087755" h="93979">
                  <a:moveTo>
                    <a:pt x="675026" y="3633"/>
                  </a:moveTo>
                  <a:lnTo>
                    <a:pt x="661759" y="3633"/>
                  </a:lnTo>
                  <a:lnTo>
                    <a:pt x="661759" y="89693"/>
                  </a:lnTo>
                  <a:lnTo>
                    <a:pt x="675026" y="89693"/>
                  </a:lnTo>
                  <a:lnTo>
                    <a:pt x="675026" y="34669"/>
                  </a:lnTo>
                  <a:lnTo>
                    <a:pt x="671717" y="34669"/>
                  </a:lnTo>
                  <a:lnTo>
                    <a:pt x="671717" y="25726"/>
                  </a:lnTo>
                  <a:lnTo>
                    <a:pt x="675026" y="25726"/>
                  </a:lnTo>
                  <a:lnTo>
                    <a:pt x="675026" y="3633"/>
                  </a:lnTo>
                  <a:close/>
                </a:path>
                <a:path w="1087755" h="93979">
                  <a:moveTo>
                    <a:pt x="675026" y="25726"/>
                  </a:moveTo>
                  <a:lnTo>
                    <a:pt x="671717" y="25726"/>
                  </a:lnTo>
                  <a:lnTo>
                    <a:pt x="671717" y="34669"/>
                  </a:lnTo>
                  <a:lnTo>
                    <a:pt x="675026" y="34669"/>
                  </a:lnTo>
                  <a:lnTo>
                    <a:pt x="675026" y="25726"/>
                  </a:lnTo>
                  <a:close/>
                </a:path>
                <a:path w="1087755" h="93979">
                  <a:moveTo>
                    <a:pt x="687853" y="25726"/>
                  </a:moveTo>
                  <a:lnTo>
                    <a:pt x="675026" y="25726"/>
                  </a:lnTo>
                  <a:lnTo>
                    <a:pt x="675026" y="34669"/>
                  </a:lnTo>
                  <a:lnTo>
                    <a:pt x="687853" y="34669"/>
                  </a:lnTo>
                  <a:lnTo>
                    <a:pt x="687853" y="25726"/>
                  </a:lnTo>
                  <a:close/>
                </a:path>
                <a:path w="1087755" h="93979">
                  <a:moveTo>
                    <a:pt x="331037" y="4512"/>
                  </a:moveTo>
                  <a:lnTo>
                    <a:pt x="317686" y="4512"/>
                  </a:lnTo>
                  <a:lnTo>
                    <a:pt x="317686" y="33129"/>
                  </a:lnTo>
                  <a:lnTo>
                    <a:pt x="318241" y="33789"/>
                  </a:lnTo>
                  <a:lnTo>
                    <a:pt x="377998" y="33789"/>
                  </a:lnTo>
                  <a:lnTo>
                    <a:pt x="377998" y="25056"/>
                  </a:lnTo>
                  <a:lnTo>
                    <a:pt x="331476" y="25056"/>
                  </a:lnTo>
                  <a:lnTo>
                    <a:pt x="331037" y="24627"/>
                  </a:lnTo>
                  <a:lnTo>
                    <a:pt x="331037" y="4512"/>
                  </a:lnTo>
                  <a:close/>
                </a:path>
                <a:path w="1087755" h="93979">
                  <a:moveTo>
                    <a:pt x="281080" y="3633"/>
                  </a:moveTo>
                  <a:lnTo>
                    <a:pt x="267813" y="3633"/>
                  </a:lnTo>
                  <a:lnTo>
                    <a:pt x="267813" y="89693"/>
                  </a:lnTo>
                  <a:lnTo>
                    <a:pt x="281080" y="89693"/>
                  </a:lnTo>
                  <a:lnTo>
                    <a:pt x="281080" y="3633"/>
                  </a:lnTo>
                  <a:close/>
                </a:path>
                <a:path w="1087755" h="93979">
                  <a:moveTo>
                    <a:pt x="383632" y="42092"/>
                  </a:moveTo>
                  <a:lnTo>
                    <a:pt x="309927" y="42092"/>
                  </a:lnTo>
                  <a:lnTo>
                    <a:pt x="309927" y="51035"/>
                  </a:lnTo>
                  <a:lnTo>
                    <a:pt x="383632" y="51035"/>
                  </a:lnTo>
                  <a:lnTo>
                    <a:pt x="383632" y="42092"/>
                  </a:lnTo>
                  <a:close/>
                </a:path>
                <a:path w="1087755" h="93979">
                  <a:moveTo>
                    <a:pt x="1043517" y="66490"/>
                  </a:moveTo>
                  <a:lnTo>
                    <a:pt x="1030052" y="66490"/>
                  </a:lnTo>
                  <a:lnTo>
                    <a:pt x="1030052" y="90028"/>
                  </a:lnTo>
                  <a:lnTo>
                    <a:pt x="1030701" y="90803"/>
                  </a:lnTo>
                  <a:lnTo>
                    <a:pt x="1087380" y="90803"/>
                  </a:lnTo>
                  <a:lnTo>
                    <a:pt x="1087380" y="82070"/>
                  </a:lnTo>
                  <a:lnTo>
                    <a:pt x="1043968" y="82070"/>
                  </a:lnTo>
                  <a:lnTo>
                    <a:pt x="1043517" y="81631"/>
                  </a:lnTo>
                  <a:lnTo>
                    <a:pt x="1043517" y="66490"/>
                  </a:lnTo>
                  <a:close/>
                </a:path>
                <a:path w="1087755" h="93979">
                  <a:moveTo>
                    <a:pt x="1085516" y="3633"/>
                  </a:moveTo>
                  <a:lnTo>
                    <a:pt x="1072250" y="3633"/>
                  </a:lnTo>
                  <a:lnTo>
                    <a:pt x="1072250" y="71024"/>
                  </a:lnTo>
                  <a:lnTo>
                    <a:pt x="1085516" y="71024"/>
                  </a:lnTo>
                  <a:lnTo>
                    <a:pt x="1085516" y="63306"/>
                  </a:lnTo>
                  <a:lnTo>
                    <a:pt x="1075569" y="63306"/>
                  </a:lnTo>
                  <a:lnTo>
                    <a:pt x="1075569" y="54678"/>
                  </a:lnTo>
                  <a:lnTo>
                    <a:pt x="1085516" y="54678"/>
                  </a:lnTo>
                  <a:lnTo>
                    <a:pt x="1085516" y="3633"/>
                  </a:lnTo>
                  <a:close/>
                </a:path>
                <a:path w="1087755" h="93979">
                  <a:moveTo>
                    <a:pt x="1072250" y="54678"/>
                  </a:moveTo>
                  <a:lnTo>
                    <a:pt x="1055350" y="54678"/>
                  </a:lnTo>
                  <a:lnTo>
                    <a:pt x="1055350" y="63306"/>
                  </a:lnTo>
                  <a:lnTo>
                    <a:pt x="1072250" y="63306"/>
                  </a:lnTo>
                  <a:lnTo>
                    <a:pt x="1072250" y="54678"/>
                  </a:lnTo>
                  <a:close/>
                </a:path>
                <a:path w="1087755" h="93979">
                  <a:moveTo>
                    <a:pt x="1085516" y="54678"/>
                  </a:moveTo>
                  <a:lnTo>
                    <a:pt x="1075569" y="54678"/>
                  </a:lnTo>
                  <a:lnTo>
                    <a:pt x="1075569" y="63306"/>
                  </a:lnTo>
                  <a:lnTo>
                    <a:pt x="1085516" y="63306"/>
                  </a:lnTo>
                  <a:lnTo>
                    <a:pt x="1085516" y="54678"/>
                  </a:lnTo>
                  <a:close/>
                </a:path>
                <a:path w="1087755" h="93979">
                  <a:moveTo>
                    <a:pt x="1045507" y="47045"/>
                  </a:moveTo>
                  <a:lnTo>
                    <a:pt x="1032240" y="47045"/>
                  </a:lnTo>
                  <a:lnTo>
                    <a:pt x="1032240" y="62291"/>
                  </a:lnTo>
                  <a:lnTo>
                    <a:pt x="1045507" y="62291"/>
                  </a:lnTo>
                  <a:lnTo>
                    <a:pt x="1045507" y="47045"/>
                  </a:lnTo>
                  <a:close/>
                </a:path>
                <a:path w="1087755" h="93979">
                  <a:moveTo>
                    <a:pt x="1066951" y="40763"/>
                  </a:moveTo>
                  <a:lnTo>
                    <a:pt x="1012922" y="40763"/>
                  </a:lnTo>
                  <a:lnTo>
                    <a:pt x="1012922" y="49705"/>
                  </a:lnTo>
                  <a:lnTo>
                    <a:pt x="1032240" y="49705"/>
                  </a:lnTo>
                  <a:lnTo>
                    <a:pt x="1032240" y="47045"/>
                  </a:lnTo>
                  <a:lnTo>
                    <a:pt x="1066951" y="47045"/>
                  </a:lnTo>
                  <a:lnTo>
                    <a:pt x="1066951" y="40763"/>
                  </a:lnTo>
                  <a:close/>
                </a:path>
                <a:path w="1087755" h="93979">
                  <a:moveTo>
                    <a:pt x="1066951" y="47045"/>
                  </a:moveTo>
                  <a:lnTo>
                    <a:pt x="1045507" y="47045"/>
                  </a:lnTo>
                  <a:lnTo>
                    <a:pt x="1045507" y="49705"/>
                  </a:lnTo>
                  <a:lnTo>
                    <a:pt x="1066951" y="49705"/>
                  </a:lnTo>
                  <a:lnTo>
                    <a:pt x="1066951" y="47045"/>
                  </a:lnTo>
                  <a:close/>
                </a:path>
                <a:path w="1087755" h="93979">
                  <a:moveTo>
                    <a:pt x="1039874" y="869"/>
                  </a:moveTo>
                  <a:lnTo>
                    <a:pt x="1031862" y="2164"/>
                  </a:lnTo>
                  <a:lnTo>
                    <a:pt x="1025333" y="5833"/>
                  </a:lnTo>
                  <a:lnTo>
                    <a:pt x="1020939" y="11554"/>
                  </a:lnTo>
                  <a:lnTo>
                    <a:pt x="1019330" y="19004"/>
                  </a:lnTo>
                  <a:lnTo>
                    <a:pt x="1020939" y="26426"/>
                  </a:lnTo>
                  <a:lnTo>
                    <a:pt x="1025333" y="32105"/>
                  </a:lnTo>
                  <a:lnTo>
                    <a:pt x="1031862" y="35736"/>
                  </a:lnTo>
                  <a:lnTo>
                    <a:pt x="1039874" y="37014"/>
                  </a:lnTo>
                  <a:lnTo>
                    <a:pt x="1047909" y="35736"/>
                  </a:lnTo>
                  <a:lnTo>
                    <a:pt x="1054480" y="32105"/>
                  </a:lnTo>
                  <a:lnTo>
                    <a:pt x="1057384" y="28386"/>
                  </a:lnTo>
                  <a:lnTo>
                    <a:pt x="1035832" y="28386"/>
                  </a:lnTo>
                  <a:lnTo>
                    <a:pt x="1032628" y="24742"/>
                  </a:lnTo>
                  <a:lnTo>
                    <a:pt x="1032628" y="13140"/>
                  </a:lnTo>
                  <a:lnTo>
                    <a:pt x="1035832" y="9497"/>
                  </a:lnTo>
                  <a:lnTo>
                    <a:pt x="1057320" y="9497"/>
                  </a:lnTo>
                  <a:lnTo>
                    <a:pt x="1054480" y="5833"/>
                  </a:lnTo>
                  <a:lnTo>
                    <a:pt x="1047909" y="2164"/>
                  </a:lnTo>
                  <a:lnTo>
                    <a:pt x="1039874" y="869"/>
                  </a:lnTo>
                  <a:close/>
                </a:path>
                <a:path w="1087755" h="93979">
                  <a:moveTo>
                    <a:pt x="1057320" y="9497"/>
                  </a:moveTo>
                  <a:lnTo>
                    <a:pt x="1044020" y="9497"/>
                  </a:lnTo>
                  <a:lnTo>
                    <a:pt x="1047224" y="13140"/>
                  </a:lnTo>
                  <a:lnTo>
                    <a:pt x="1047224" y="24742"/>
                  </a:lnTo>
                  <a:lnTo>
                    <a:pt x="1044020" y="28386"/>
                  </a:lnTo>
                  <a:lnTo>
                    <a:pt x="1057384" y="28386"/>
                  </a:lnTo>
                  <a:lnTo>
                    <a:pt x="1058916" y="26426"/>
                  </a:lnTo>
                  <a:lnTo>
                    <a:pt x="1060543" y="19004"/>
                  </a:lnTo>
                  <a:lnTo>
                    <a:pt x="1058916" y="11554"/>
                  </a:lnTo>
                  <a:lnTo>
                    <a:pt x="1057320" y="9497"/>
                  </a:lnTo>
                  <a:close/>
                </a:path>
                <a:path w="1087755" h="93979">
                  <a:moveTo>
                    <a:pt x="950222" y="10041"/>
                  </a:moveTo>
                  <a:lnTo>
                    <a:pt x="941369" y="11158"/>
                  </a:lnTo>
                  <a:lnTo>
                    <a:pt x="934174" y="14326"/>
                  </a:lnTo>
                  <a:lnTo>
                    <a:pt x="929341" y="19273"/>
                  </a:lnTo>
                  <a:lnTo>
                    <a:pt x="927573" y="25726"/>
                  </a:lnTo>
                  <a:lnTo>
                    <a:pt x="929341" y="32123"/>
                  </a:lnTo>
                  <a:lnTo>
                    <a:pt x="934174" y="37039"/>
                  </a:lnTo>
                  <a:lnTo>
                    <a:pt x="941369" y="40193"/>
                  </a:lnTo>
                  <a:lnTo>
                    <a:pt x="950222" y="41307"/>
                  </a:lnTo>
                  <a:lnTo>
                    <a:pt x="958982" y="40193"/>
                  </a:lnTo>
                  <a:lnTo>
                    <a:pt x="966187" y="37039"/>
                  </a:lnTo>
                  <a:lnTo>
                    <a:pt x="970405" y="32794"/>
                  </a:lnTo>
                  <a:lnTo>
                    <a:pt x="944924" y="32794"/>
                  </a:lnTo>
                  <a:lnTo>
                    <a:pt x="940725" y="29821"/>
                  </a:lnTo>
                  <a:lnTo>
                    <a:pt x="940725" y="20543"/>
                  </a:lnTo>
                  <a:lnTo>
                    <a:pt x="944924" y="17444"/>
                  </a:lnTo>
                  <a:lnTo>
                    <a:pt x="969266" y="17444"/>
                  </a:lnTo>
                  <a:lnTo>
                    <a:pt x="966187" y="14326"/>
                  </a:lnTo>
                  <a:lnTo>
                    <a:pt x="958982" y="11158"/>
                  </a:lnTo>
                  <a:lnTo>
                    <a:pt x="950222" y="10041"/>
                  </a:lnTo>
                  <a:close/>
                </a:path>
                <a:path w="1087755" h="93979">
                  <a:moveTo>
                    <a:pt x="969266" y="17444"/>
                  </a:moveTo>
                  <a:lnTo>
                    <a:pt x="955426" y="17444"/>
                  </a:lnTo>
                  <a:lnTo>
                    <a:pt x="959625" y="20543"/>
                  </a:lnTo>
                  <a:lnTo>
                    <a:pt x="959625" y="29821"/>
                  </a:lnTo>
                  <a:lnTo>
                    <a:pt x="955426" y="32794"/>
                  </a:lnTo>
                  <a:lnTo>
                    <a:pt x="970405" y="32794"/>
                  </a:lnTo>
                  <a:lnTo>
                    <a:pt x="971072" y="32123"/>
                  </a:lnTo>
                  <a:lnTo>
                    <a:pt x="972870" y="25726"/>
                  </a:lnTo>
                  <a:lnTo>
                    <a:pt x="971072" y="19273"/>
                  </a:lnTo>
                  <a:lnTo>
                    <a:pt x="969266" y="17444"/>
                  </a:lnTo>
                  <a:close/>
                </a:path>
                <a:path w="1087755" h="93979">
                  <a:moveTo>
                    <a:pt x="943259" y="9266"/>
                  </a:moveTo>
                  <a:lnTo>
                    <a:pt x="920610" y="9266"/>
                  </a:lnTo>
                  <a:lnTo>
                    <a:pt x="920610" y="17444"/>
                  </a:lnTo>
                  <a:lnTo>
                    <a:pt x="931128" y="17444"/>
                  </a:lnTo>
                  <a:lnTo>
                    <a:pt x="934174" y="14326"/>
                  </a:lnTo>
                  <a:lnTo>
                    <a:pt x="941369" y="11158"/>
                  </a:lnTo>
                  <a:lnTo>
                    <a:pt x="950222" y="10041"/>
                  </a:lnTo>
                  <a:lnTo>
                    <a:pt x="980053" y="10041"/>
                  </a:lnTo>
                  <a:lnTo>
                    <a:pt x="980053" y="9832"/>
                  </a:lnTo>
                  <a:lnTo>
                    <a:pt x="943259" y="9832"/>
                  </a:lnTo>
                  <a:lnTo>
                    <a:pt x="943259" y="9266"/>
                  </a:lnTo>
                  <a:close/>
                </a:path>
                <a:path w="1087755" h="93979">
                  <a:moveTo>
                    <a:pt x="980053" y="10041"/>
                  </a:moveTo>
                  <a:lnTo>
                    <a:pt x="950222" y="10041"/>
                  </a:lnTo>
                  <a:lnTo>
                    <a:pt x="958982" y="11158"/>
                  </a:lnTo>
                  <a:lnTo>
                    <a:pt x="966187" y="14326"/>
                  </a:lnTo>
                  <a:lnTo>
                    <a:pt x="969266" y="17444"/>
                  </a:lnTo>
                  <a:lnTo>
                    <a:pt x="980053" y="17444"/>
                  </a:lnTo>
                  <a:lnTo>
                    <a:pt x="980053" y="10041"/>
                  </a:lnTo>
                  <a:close/>
                </a:path>
                <a:path w="1087755" h="93979">
                  <a:moveTo>
                    <a:pt x="957175" y="0"/>
                  </a:moveTo>
                  <a:lnTo>
                    <a:pt x="943259" y="0"/>
                  </a:lnTo>
                  <a:lnTo>
                    <a:pt x="943259" y="9832"/>
                  </a:lnTo>
                  <a:lnTo>
                    <a:pt x="957175" y="9832"/>
                  </a:lnTo>
                  <a:lnTo>
                    <a:pt x="957175" y="0"/>
                  </a:lnTo>
                  <a:close/>
                </a:path>
                <a:path w="1087755" h="93979">
                  <a:moveTo>
                    <a:pt x="980053" y="9266"/>
                  </a:moveTo>
                  <a:lnTo>
                    <a:pt x="957175" y="9266"/>
                  </a:lnTo>
                  <a:lnTo>
                    <a:pt x="957175" y="9832"/>
                  </a:lnTo>
                  <a:lnTo>
                    <a:pt x="980053" y="9832"/>
                  </a:lnTo>
                  <a:lnTo>
                    <a:pt x="980053" y="9266"/>
                  </a:lnTo>
                  <a:close/>
                </a:path>
                <a:path w="1087755" h="93979">
                  <a:moveTo>
                    <a:pt x="844298" y="60417"/>
                  </a:moveTo>
                  <a:lnTo>
                    <a:pt x="830822" y="60417"/>
                  </a:lnTo>
                  <a:lnTo>
                    <a:pt x="830822" y="90028"/>
                  </a:lnTo>
                  <a:lnTo>
                    <a:pt x="831472" y="90803"/>
                  </a:lnTo>
                  <a:lnTo>
                    <a:pt x="887061" y="90803"/>
                  </a:lnTo>
                  <a:lnTo>
                    <a:pt x="887061" y="82070"/>
                  </a:lnTo>
                  <a:lnTo>
                    <a:pt x="844738" y="82070"/>
                  </a:lnTo>
                  <a:lnTo>
                    <a:pt x="844298" y="81631"/>
                  </a:lnTo>
                  <a:lnTo>
                    <a:pt x="844298" y="60417"/>
                  </a:lnTo>
                  <a:close/>
                </a:path>
                <a:path w="1087755" h="93979">
                  <a:moveTo>
                    <a:pt x="885187" y="3633"/>
                  </a:moveTo>
                  <a:lnTo>
                    <a:pt x="871921" y="3633"/>
                  </a:lnTo>
                  <a:lnTo>
                    <a:pt x="871921" y="66280"/>
                  </a:lnTo>
                  <a:lnTo>
                    <a:pt x="885187" y="66280"/>
                  </a:lnTo>
                  <a:lnTo>
                    <a:pt x="885187" y="3633"/>
                  </a:lnTo>
                  <a:close/>
                </a:path>
                <a:path w="1087755" h="93979">
                  <a:moveTo>
                    <a:pt x="537365" y="69819"/>
                  </a:moveTo>
                  <a:lnTo>
                    <a:pt x="507764" y="69819"/>
                  </a:lnTo>
                  <a:lnTo>
                    <a:pt x="507764" y="78761"/>
                  </a:lnTo>
                  <a:lnTo>
                    <a:pt x="580348" y="78761"/>
                  </a:lnTo>
                  <a:lnTo>
                    <a:pt x="580348" y="72039"/>
                  </a:lnTo>
                  <a:lnTo>
                    <a:pt x="537365" y="72039"/>
                  </a:lnTo>
                  <a:lnTo>
                    <a:pt x="537365" y="69819"/>
                  </a:lnTo>
                  <a:close/>
                </a:path>
                <a:path w="1087755" h="93979">
                  <a:moveTo>
                    <a:pt x="550737" y="48166"/>
                  </a:moveTo>
                  <a:lnTo>
                    <a:pt x="537365" y="48166"/>
                  </a:lnTo>
                  <a:lnTo>
                    <a:pt x="537365" y="72039"/>
                  </a:lnTo>
                  <a:lnTo>
                    <a:pt x="550737" y="72039"/>
                  </a:lnTo>
                  <a:lnTo>
                    <a:pt x="550737" y="48166"/>
                  </a:lnTo>
                  <a:close/>
                </a:path>
                <a:path w="1087755" h="93979">
                  <a:moveTo>
                    <a:pt x="580348" y="69819"/>
                  </a:moveTo>
                  <a:lnTo>
                    <a:pt x="550737" y="69819"/>
                  </a:lnTo>
                  <a:lnTo>
                    <a:pt x="550737" y="72039"/>
                  </a:lnTo>
                  <a:lnTo>
                    <a:pt x="580348" y="72039"/>
                  </a:lnTo>
                  <a:lnTo>
                    <a:pt x="580348" y="69819"/>
                  </a:lnTo>
                  <a:close/>
                </a:path>
                <a:path w="1087755" h="93979">
                  <a:moveTo>
                    <a:pt x="528423" y="5738"/>
                  </a:moveTo>
                  <a:lnTo>
                    <a:pt x="515167" y="5738"/>
                  </a:lnTo>
                  <a:lnTo>
                    <a:pt x="515167" y="51914"/>
                  </a:lnTo>
                  <a:lnTo>
                    <a:pt x="515712" y="52574"/>
                  </a:lnTo>
                  <a:lnTo>
                    <a:pt x="537365" y="52574"/>
                  </a:lnTo>
                  <a:lnTo>
                    <a:pt x="537365" y="48166"/>
                  </a:lnTo>
                  <a:lnTo>
                    <a:pt x="572945" y="48166"/>
                  </a:lnTo>
                  <a:lnTo>
                    <a:pt x="572945" y="43841"/>
                  </a:lnTo>
                  <a:lnTo>
                    <a:pt x="528863" y="43841"/>
                  </a:lnTo>
                  <a:lnTo>
                    <a:pt x="528423" y="43401"/>
                  </a:lnTo>
                  <a:lnTo>
                    <a:pt x="528423" y="29381"/>
                  </a:lnTo>
                  <a:lnTo>
                    <a:pt x="524989" y="29381"/>
                  </a:lnTo>
                  <a:lnTo>
                    <a:pt x="524989" y="20543"/>
                  </a:lnTo>
                  <a:lnTo>
                    <a:pt x="528423" y="20543"/>
                  </a:lnTo>
                  <a:lnTo>
                    <a:pt x="528423" y="5738"/>
                  </a:lnTo>
                  <a:close/>
                </a:path>
                <a:path w="1087755" h="93979">
                  <a:moveTo>
                    <a:pt x="572945" y="48166"/>
                  </a:moveTo>
                  <a:lnTo>
                    <a:pt x="550737" y="48166"/>
                  </a:lnTo>
                  <a:lnTo>
                    <a:pt x="550737" y="52574"/>
                  </a:lnTo>
                  <a:lnTo>
                    <a:pt x="572390" y="52574"/>
                  </a:lnTo>
                  <a:lnTo>
                    <a:pt x="572945" y="51914"/>
                  </a:lnTo>
                  <a:lnTo>
                    <a:pt x="572945" y="48166"/>
                  </a:lnTo>
                  <a:close/>
                </a:path>
                <a:path w="1087755" h="93979">
                  <a:moveTo>
                    <a:pt x="572945" y="5738"/>
                  </a:moveTo>
                  <a:lnTo>
                    <a:pt x="559679" y="5738"/>
                  </a:lnTo>
                  <a:lnTo>
                    <a:pt x="559679" y="43401"/>
                  </a:lnTo>
                  <a:lnTo>
                    <a:pt x="559239" y="43841"/>
                  </a:lnTo>
                  <a:lnTo>
                    <a:pt x="572945" y="43841"/>
                  </a:lnTo>
                  <a:lnTo>
                    <a:pt x="572945" y="29381"/>
                  </a:lnTo>
                  <a:lnTo>
                    <a:pt x="563323" y="29381"/>
                  </a:lnTo>
                  <a:lnTo>
                    <a:pt x="563323" y="20543"/>
                  </a:lnTo>
                  <a:lnTo>
                    <a:pt x="572945" y="20543"/>
                  </a:lnTo>
                  <a:lnTo>
                    <a:pt x="572945" y="5738"/>
                  </a:lnTo>
                  <a:close/>
                </a:path>
                <a:path w="1087755" h="93979">
                  <a:moveTo>
                    <a:pt x="528423" y="20543"/>
                  </a:moveTo>
                  <a:lnTo>
                    <a:pt x="524989" y="20543"/>
                  </a:lnTo>
                  <a:lnTo>
                    <a:pt x="524989" y="29381"/>
                  </a:lnTo>
                  <a:lnTo>
                    <a:pt x="528423" y="29381"/>
                  </a:lnTo>
                  <a:lnTo>
                    <a:pt x="528423" y="20543"/>
                  </a:lnTo>
                  <a:close/>
                </a:path>
                <a:path w="1087755" h="93979">
                  <a:moveTo>
                    <a:pt x="559679" y="20543"/>
                  </a:moveTo>
                  <a:lnTo>
                    <a:pt x="528423" y="20543"/>
                  </a:lnTo>
                  <a:lnTo>
                    <a:pt x="528423" y="29381"/>
                  </a:lnTo>
                  <a:lnTo>
                    <a:pt x="559679" y="29381"/>
                  </a:lnTo>
                  <a:lnTo>
                    <a:pt x="559679" y="20543"/>
                  </a:lnTo>
                  <a:close/>
                </a:path>
                <a:path w="1087755" h="93979">
                  <a:moveTo>
                    <a:pt x="572945" y="20543"/>
                  </a:moveTo>
                  <a:lnTo>
                    <a:pt x="563323" y="20543"/>
                  </a:lnTo>
                  <a:lnTo>
                    <a:pt x="563323" y="29381"/>
                  </a:lnTo>
                  <a:lnTo>
                    <a:pt x="572945" y="29381"/>
                  </a:lnTo>
                  <a:lnTo>
                    <a:pt x="572945" y="20543"/>
                  </a:lnTo>
                  <a:close/>
                </a:path>
                <a:path w="1087755" h="93979">
                  <a:moveTo>
                    <a:pt x="138686" y="60081"/>
                  </a:moveTo>
                  <a:lnTo>
                    <a:pt x="116478" y="60081"/>
                  </a:lnTo>
                  <a:lnTo>
                    <a:pt x="116478" y="68814"/>
                  </a:lnTo>
                  <a:lnTo>
                    <a:pt x="161115" y="68814"/>
                  </a:lnTo>
                  <a:lnTo>
                    <a:pt x="161555" y="69254"/>
                  </a:lnTo>
                  <a:lnTo>
                    <a:pt x="161555" y="91902"/>
                  </a:lnTo>
                  <a:lnTo>
                    <a:pt x="174926" y="91902"/>
                  </a:lnTo>
                  <a:lnTo>
                    <a:pt x="174926" y="62301"/>
                  </a:lnTo>
                  <a:lnTo>
                    <a:pt x="138686" y="62301"/>
                  </a:lnTo>
                  <a:lnTo>
                    <a:pt x="138686" y="60081"/>
                  </a:lnTo>
                  <a:close/>
                </a:path>
                <a:path w="1087755" h="93979">
                  <a:moveTo>
                    <a:pt x="151838" y="43297"/>
                  </a:moveTo>
                  <a:lnTo>
                    <a:pt x="138686" y="43297"/>
                  </a:lnTo>
                  <a:lnTo>
                    <a:pt x="138686" y="62301"/>
                  </a:lnTo>
                  <a:lnTo>
                    <a:pt x="151838" y="62301"/>
                  </a:lnTo>
                  <a:lnTo>
                    <a:pt x="151838" y="43297"/>
                  </a:lnTo>
                  <a:close/>
                </a:path>
                <a:path w="1087755" h="93979">
                  <a:moveTo>
                    <a:pt x="174151" y="60081"/>
                  </a:moveTo>
                  <a:lnTo>
                    <a:pt x="151838" y="60081"/>
                  </a:lnTo>
                  <a:lnTo>
                    <a:pt x="151838" y="62301"/>
                  </a:lnTo>
                  <a:lnTo>
                    <a:pt x="174926" y="62301"/>
                  </a:lnTo>
                  <a:lnTo>
                    <a:pt x="174926" y="60752"/>
                  </a:lnTo>
                  <a:lnTo>
                    <a:pt x="174151" y="60081"/>
                  </a:lnTo>
                  <a:close/>
                </a:path>
                <a:path w="1087755" h="93979">
                  <a:moveTo>
                    <a:pt x="161450" y="36669"/>
                  </a:moveTo>
                  <a:lnTo>
                    <a:pt x="108415" y="36669"/>
                  </a:lnTo>
                  <a:lnTo>
                    <a:pt x="108415" y="45611"/>
                  </a:lnTo>
                  <a:lnTo>
                    <a:pt x="138686" y="45611"/>
                  </a:lnTo>
                  <a:lnTo>
                    <a:pt x="138686" y="43297"/>
                  </a:lnTo>
                  <a:lnTo>
                    <a:pt x="182109" y="43297"/>
                  </a:lnTo>
                  <a:lnTo>
                    <a:pt x="182109" y="38553"/>
                  </a:lnTo>
                  <a:lnTo>
                    <a:pt x="161450" y="38553"/>
                  </a:lnTo>
                  <a:lnTo>
                    <a:pt x="161450" y="36669"/>
                  </a:lnTo>
                  <a:close/>
                </a:path>
                <a:path w="1087755" h="93979">
                  <a:moveTo>
                    <a:pt x="182109" y="43297"/>
                  </a:moveTo>
                  <a:lnTo>
                    <a:pt x="151838" y="43297"/>
                  </a:lnTo>
                  <a:lnTo>
                    <a:pt x="151838" y="45611"/>
                  </a:lnTo>
                  <a:lnTo>
                    <a:pt x="182109" y="45611"/>
                  </a:lnTo>
                  <a:lnTo>
                    <a:pt x="182109" y="43297"/>
                  </a:lnTo>
                  <a:close/>
                </a:path>
                <a:path w="1087755" h="93979">
                  <a:moveTo>
                    <a:pt x="174277" y="4963"/>
                  </a:moveTo>
                  <a:lnTo>
                    <a:pt x="115273" y="4963"/>
                  </a:lnTo>
                  <a:lnTo>
                    <a:pt x="115273" y="13685"/>
                  </a:lnTo>
                  <a:lnTo>
                    <a:pt x="161010" y="13685"/>
                  </a:lnTo>
                  <a:lnTo>
                    <a:pt x="161450" y="14135"/>
                  </a:lnTo>
                  <a:lnTo>
                    <a:pt x="161450" y="38553"/>
                  </a:lnTo>
                  <a:lnTo>
                    <a:pt x="174821" y="38553"/>
                  </a:lnTo>
                  <a:lnTo>
                    <a:pt x="174821" y="5612"/>
                  </a:lnTo>
                  <a:lnTo>
                    <a:pt x="174277" y="4963"/>
                  </a:lnTo>
                  <a:close/>
                </a:path>
                <a:path w="1087755" h="93979">
                  <a:moveTo>
                    <a:pt x="182109" y="36669"/>
                  </a:moveTo>
                  <a:lnTo>
                    <a:pt x="174821" y="36669"/>
                  </a:lnTo>
                  <a:lnTo>
                    <a:pt x="174821" y="38553"/>
                  </a:lnTo>
                  <a:lnTo>
                    <a:pt x="182109" y="38553"/>
                  </a:lnTo>
                  <a:lnTo>
                    <a:pt x="182109" y="36669"/>
                  </a:lnTo>
                  <a:close/>
                </a:path>
                <a:path w="1087755" h="93979">
                  <a:moveTo>
                    <a:pt x="26062" y="13685"/>
                  </a:moveTo>
                  <a:lnTo>
                    <a:pt x="17687" y="15158"/>
                  </a:lnTo>
                  <a:lnTo>
                    <a:pt x="10881" y="19326"/>
                  </a:lnTo>
                  <a:lnTo>
                    <a:pt x="6310" y="25815"/>
                  </a:lnTo>
                  <a:lnTo>
                    <a:pt x="4684" y="34019"/>
                  </a:lnTo>
                  <a:lnTo>
                    <a:pt x="4638" y="34250"/>
                  </a:lnTo>
                  <a:lnTo>
                    <a:pt x="6310" y="42654"/>
                  </a:lnTo>
                  <a:lnTo>
                    <a:pt x="10881" y="49097"/>
                  </a:lnTo>
                  <a:lnTo>
                    <a:pt x="17687" y="53224"/>
                  </a:lnTo>
                  <a:lnTo>
                    <a:pt x="26062" y="54678"/>
                  </a:lnTo>
                  <a:lnTo>
                    <a:pt x="34404" y="53224"/>
                  </a:lnTo>
                  <a:lnTo>
                    <a:pt x="41221" y="49097"/>
                  </a:lnTo>
                  <a:lnTo>
                    <a:pt x="43388" y="46061"/>
                  </a:lnTo>
                  <a:lnTo>
                    <a:pt x="21549" y="46061"/>
                  </a:lnTo>
                  <a:lnTo>
                    <a:pt x="17894" y="41307"/>
                  </a:lnTo>
                  <a:lnTo>
                    <a:pt x="17894" y="26616"/>
                  </a:lnTo>
                  <a:lnTo>
                    <a:pt x="21549" y="21873"/>
                  </a:lnTo>
                  <a:lnTo>
                    <a:pt x="43026" y="21873"/>
                  </a:lnTo>
                  <a:lnTo>
                    <a:pt x="41221" y="19326"/>
                  </a:lnTo>
                  <a:lnTo>
                    <a:pt x="34404" y="15158"/>
                  </a:lnTo>
                  <a:lnTo>
                    <a:pt x="26062" y="13685"/>
                  </a:lnTo>
                  <a:close/>
                </a:path>
                <a:path w="1087755" h="93979">
                  <a:moveTo>
                    <a:pt x="43026" y="21873"/>
                  </a:moveTo>
                  <a:lnTo>
                    <a:pt x="30491" y="21873"/>
                  </a:lnTo>
                  <a:lnTo>
                    <a:pt x="34135" y="26616"/>
                  </a:lnTo>
                  <a:lnTo>
                    <a:pt x="34135" y="41307"/>
                  </a:lnTo>
                  <a:lnTo>
                    <a:pt x="30491" y="46061"/>
                  </a:lnTo>
                  <a:lnTo>
                    <a:pt x="43388" y="46061"/>
                  </a:lnTo>
                  <a:lnTo>
                    <a:pt x="45819" y="42654"/>
                  </a:lnTo>
                  <a:lnTo>
                    <a:pt x="47506" y="34250"/>
                  </a:lnTo>
                  <a:lnTo>
                    <a:pt x="45819" y="25815"/>
                  </a:lnTo>
                  <a:lnTo>
                    <a:pt x="43026" y="21873"/>
                  </a:lnTo>
                  <a:close/>
                </a:path>
                <a:path w="1087755" h="93979">
                  <a:moveTo>
                    <a:pt x="19098" y="13140"/>
                  </a:moveTo>
                  <a:lnTo>
                    <a:pt x="0" y="13140"/>
                  </a:lnTo>
                  <a:lnTo>
                    <a:pt x="0" y="21873"/>
                  </a:lnTo>
                  <a:lnTo>
                    <a:pt x="9087" y="21873"/>
                  </a:lnTo>
                  <a:lnTo>
                    <a:pt x="10881" y="19326"/>
                  </a:lnTo>
                  <a:lnTo>
                    <a:pt x="17687" y="15158"/>
                  </a:lnTo>
                  <a:lnTo>
                    <a:pt x="22906" y="14240"/>
                  </a:lnTo>
                  <a:lnTo>
                    <a:pt x="19098" y="14240"/>
                  </a:lnTo>
                  <a:lnTo>
                    <a:pt x="19098" y="13140"/>
                  </a:lnTo>
                  <a:close/>
                </a:path>
                <a:path w="1087755" h="93979">
                  <a:moveTo>
                    <a:pt x="33014" y="13685"/>
                  </a:moveTo>
                  <a:lnTo>
                    <a:pt x="26062" y="13685"/>
                  </a:lnTo>
                  <a:lnTo>
                    <a:pt x="34404" y="15158"/>
                  </a:lnTo>
                  <a:lnTo>
                    <a:pt x="41221" y="19326"/>
                  </a:lnTo>
                  <a:lnTo>
                    <a:pt x="43026" y="21873"/>
                  </a:lnTo>
                  <a:lnTo>
                    <a:pt x="52145" y="21873"/>
                  </a:lnTo>
                  <a:lnTo>
                    <a:pt x="52145" y="14240"/>
                  </a:lnTo>
                  <a:lnTo>
                    <a:pt x="33014" y="14240"/>
                  </a:lnTo>
                  <a:lnTo>
                    <a:pt x="33014" y="13685"/>
                  </a:lnTo>
                  <a:close/>
                </a:path>
                <a:path w="1087755" h="93979">
                  <a:moveTo>
                    <a:pt x="33014" y="1099"/>
                  </a:moveTo>
                  <a:lnTo>
                    <a:pt x="19098" y="1099"/>
                  </a:lnTo>
                  <a:lnTo>
                    <a:pt x="19098" y="14240"/>
                  </a:lnTo>
                  <a:lnTo>
                    <a:pt x="22906" y="14240"/>
                  </a:lnTo>
                  <a:lnTo>
                    <a:pt x="26062" y="13685"/>
                  </a:lnTo>
                  <a:lnTo>
                    <a:pt x="33014" y="13685"/>
                  </a:lnTo>
                  <a:lnTo>
                    <a:pt x="33014" y="1099"/>
                  </a:lnTo>
                  <a:close/>
                </a:path>
                <a:path w="1087755" h="93979">
                  <a:moveTo>
                    <a:pt x="52145" y="13140"/>
                  </a:moveTo>
                  <a:lnTo>
                    <a:pt x="33014" y="13140"/>
                  </a:lnTo>
                  <a:lnTo>
                    <a:pt x="33014" y="14240"/>
                  </a:lnTo>
                  <a:lnTo>
                    <a:pt x="52145" y="14240"/>
                  </a:lnTo>
                  <a:lnTo>
                    <a:pt x="52145" y="13140"/>
                  </a:lnTo>
                  <a:close/>
                </a:path>
                <a:path w="1087755" h="93979">
                  <a:moveTo>
                    <a:pt x="32700" y="61537"/>
                  </a:moveTo>
                  <a:lnTo>
                    <a:pt x="19224" y="61537"/>
                  </a:lnTo>
                  <a:lnTo>
                    <a:pt x="19224" y="90028"/>
                  </a:lnTo>
                  <a:lnTo>
                    <a:pt x="19884" y="90803"/>
                  </a:lnTo>
                  <a:lnTo>
                    <a:pt x="75442" y="90803"/>
                  </a:lnTo>
                  <a:lnTo>
                    <a:pt x="75442" y="82070"/>
                  </a:lnTo>
                  <a:lnTo>
                    <a:pt x="33129" y="82070"/>
                  </a:lnTo>
                  <a:lnTo>
                    <a:pt x="32700" y="81631"/>
                  </a:lnTo>
                  <a:lnTo>
                    <a:pt x="32700" y="61537"/>
                  </a:lnTo>
                  <a:close/>
                </a:path>
                <a:path w="1087755" h="93979">
                  <a:moveTo>
                    <a:pt x="73254" y="3633"/>
                  </a:moveTo>
                  <a:lnTo>
                    <a:pt x="59987" y="3633"/>
                  </a:lnTo>
                  <a:lnTo>
                    <a:pt x="59987" y="66280"/>
                  </a:lnTo>
                  <a:lnTo>
                    <a:pt x="73254" y="66280"/>
                  </a:lnTo>
                  <a:lnTo>
                    <a:pt x="73254" y="35789"/>
                  </a:lnTo>
                  <a:lnTo>
                    <a:pt x="69924" y="35789"/>
                  </a:lnTo>
                  <a:lnTo>
                    <a:pt x="69924" y="26847"/>
                  </a:lnTo>
                  <a:lnTo>
                    <a:pt x="73254" y="26847"/>
                  </a:lnTo>
                  <a:lnTo>
                    <a:pt x="73254" y="3633"/>
                  </a:lnTo>
                  <a:close/>
                </a:path>
                <a:path w="1087755" h="93979">
                  <a:moveTo>
                    <a:pt x="73254" y="26847"/>
                  </a:moveTo>
                  <a:lnTo>
                    <a:pt x="69924" y="26847"/>
                  </a:lnTo>
                  <a:lnTo>
                    <a:pt x="69924" y="35789"/>
                  </a:lnTo>
                  <a:lnTo>
                    <a:pt x="73254" y="35789"/>
                  </a:lnTo>
                  <a:lnTo>
                    <a:pt x="73254" y="26847"/>
                  </a:lnTo>
                  <a:close/>
                </a:path>
                <a:path w="1087755" h="93979">
                  <a:moveTo>
                    <a:pt x="86060" y="26847"/>
                  </a:moveTo>
                  <a:lnTo>
                    <a:pt x="73254" y="26847"/>
                  </a:lnTo>
                  <a:lnTo>
                    <a:pt x="73254" y="35789"/>
                  </a:lnTo>
                  <a:lnTo>
                    <a:pt x="86060" y="35789"/>
                  </a:lnTo>
                  <a:lnTo>
                    <a:pt x="86060" y="268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/>
          <p:nvPr/>
        </p:nvSpPr>
        <p:spPr>
          <a:xfrm>
            <a:off x="11029701" y="10082726"/>
            <a:ext cx="382270" cy="445770"/>
          </a:xfrm>
          <a:custGeom>
            <a:avLst/>
            <a:gdLst/>
            <a:ahLst/>
            <a:cxnLst/>
            <a:rect l="l" t="t" r="r" b="b"/>
            <a:pathLst>
              <a:path w="382270" h="445770">
                <a:moveTo>
                  <a:pt x="382145" y="0"/>
                </a:moveTo>
                <a:lnTo>
                  <a:pt x="289268" y="0"/>
                </a:lnTo>
                <a:lnTo>
                  <a:pt x="289268" y="301121"/>
                </a:lnTo>
                <a:lnTo>
                  <a:pt x="99075" y="0"/>
                </a:lnTo>
                <a:lnTo>
                  <a:pt x="0" y="0"/>
                </a:lnTo>
                <a:lnTo>
                  <a:pt x="0" y="445201"/>
                </a:lnTo>
                <a:lnTo>
                  <a:pt x="93442" y="445201"/>
                </a:lnTo>
                <a:lnTo>
                  <a:pt x="93442" y="145220"/>
                </a:lnTo>
                <a:lnTo>
                  <a:pt x="282535" y="445201"/>
                </a:lnTo>
                <a:lnTo>
                  <a:pt x="382145" y="445201"/>
                </a:lnTo>
                <a:lnTo>
                  <a:pt x="382145" y="0"/>
                </a:lnTo>
                <a:close/>
              </a:path>
            </a:pathLst>
          </a:custGeom>
          <a:solidFill>
            <a:srgbClr val="2F4D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1499634" y="10082726"/>
            <a:ext cx="582295" cy="445770"/>
          </a:xfrm>
          <a:custGeom>
            <a:avLst/>
            <a:gdLst/>
            <a:ahLst/>
            <a:cxnLst/>
            <a:rect l="l" t="t" r="r" b="b"/>
            <a:pathLst>
              <a:path w="582295" h="445770">
                <a:moveTo>
                  <a:pt x="99060" y="25"/>
                </a:moveTo>
                <a:lnTo>
                  <a:pt x="0" y="25"/>
                </a:lnTo>
                <a:lnTo>
                  <a:pt x="0" y="445223"/>
                </a:lnTo>
                <a:lnTo>
                  <a:pt x="99060" y="445223"/>
                </a:lnTo>
                <a:lnTo>
                  <a:pt x="99060" y="25"/>
                </a:lnTo>
                <a:close/>
              </a:path>
              <a:path w="582295" h="445770">
                <a:moveTo>
                  <a:pt x="581952" y="445211"/>
                </a:moveTo>
                <a:lnTo>
                  <a:pt x="428028" y="40690"/>
                </a:lnTo>
                <a:lnTo>
                  <a:pt x="428028" y="301129"/>
                </a:lnTo>
                <a:lnTo>
                  <a:pt x="291553" y="301129"/>
                </a:lnTo>
                <a:lnTo>
                  <a:pt x="360756" y="108635"/>
                </a:lnTo>
                <a:lnTo>
                  <a:pt x="428028" y="301129"/>
                </a:lnTo>
                <a:lnTo>
                  <a:pt x="428028" y="40690"/>
                </a:lnTo>
                <a:lnTo>
                  <a:pt x="412546" y="0"/>
                </a:lnTo>
                <a:lnTo>
                  <a:pt x="310680" y="0"/>
                </a:lnTo>
                <a:lnTo>
                  <a:pt x="139039" y="445211"/>
                </a:lnTo>
                <a:lnTo>
                  <a:pt x="239776" y="445211"/>
                </a:lnTo>
                <a:lnTo>
                  <a:pt x="265455" y="373735"/>
                </a:lnTo>
                <a:lnTo>
                  <a:pt x="453402" y="373735"/>
                </a:lnTo>
                <a:lnTo>
                  <a:pt x="478396" y="445211"/>
                </a:lnTo>
                <a:lnTo>
                  <a:pt x="581952" y="445211"/>
                </a:lnTo>
                <a:close/>
              </a:path>
            </a:pathLst>
          </a:custGeom>
          <a:solidFill>
            <a:srgbClr val="2F4D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977473" y="6072411"/>
            <a:ext cx="1311275" cy="1369060"/>
          </a:xfrm>
          <a:custGeom>
            <a:avLst/>
            <a:gdLst/>
            <a:ahLst/>
            <a:cxnLst/>
            <a:rect l="l" t="t" r="r" b="b"/>
            <a:pathLst>
              <a:path w="1311275" h="1369059">
                <a:moveTo>
                  <a:pt x="1149535" y="0"/>
                </a:moveTo>
                <a:lnTo>
                  <a:pt x="900119" y="0"/>
                </a:lnTo>
                <a:lnTo>
                  <a:pt x="900119" y="756825"/>
                </a:lnTo>
                <a:lnTo>
                  <a:pt x="1149535" y="756825"/>
                </a:lnTo>
                <a:lnTo>
                  <a:pt x="1149535" y="491356"/>
                </a:lnTo>
                <a:lnTo>
                  <a:pt x="1311164" y="491356"/>
                </a:lnTo>
                <a:lnTo>
                  <a:pt x="1311164" y="264012"/>
                </a:lnTo>
                <a:lnTo>
                  <a:pt x="1149535" y="264012"/>
                </a:lnTo>
                <a:lnTo>
                  <a:pt x="1149535" y="0"/>
                </a:lnTo>
                <a:close/>
              </a:path>
              <a:path w="1311275" h="1369059">
                <a:moveTo>
                  <a:pt x="1149535" y="805221"/>
                </a:moveTo>
                <a:lnTo>
                  <a:pt x="112855" y="805221"/>
                </a:lnTo>
                <a:lnTo>
                  <a:pt x="112855" y="1368440"/>
                </a:lnTo>
                <a:lnTo>
                  <a:pt x="1149535" y="1368440"/>
                </a:lnTo>
                <a:lnTo>
                  <a:pt x="1149535" y="1161640"/>
                </a:lnTo>
                <a:lnTo>
                  <a:pt x="358093" y="1161640"/>
                </a:lnTo>
                <a:lnTo>
                  <a:pt x="358093" y="1012032"/>
                </a:lnTo>
                <a:lnTo>
                  <a:pt x="1149535" y="1012032"/>
                </a:lnTo>
                <a:lnTo>
                  <a:pt x="1149535" y="805221"/>
                </a:lnTo>
                <a:close/>
              </a:path>
              <a:path w="1311275" h="1369059">
                <a:moveTo>
                  <a:pt x="1149535" y="1012032"/>
                </a:moveTo>
                <a:lnTo>
                  <a:pt x="904297" y="1012032"/>
                </a:lnTo>
                <a:lnTo>
                  <a:pt x="904297" y="1161640"/>
                </a:lnTo>
                <a:lnTo>
                  <a:pt x="1149535" y="1161640"/>
                </a:lnTo>
                <a:lnTo>
                  <a:pt x="1149535" y="1012032"/>
                </a:lnTo>
                <a:close/>
              </a:path>
              <a:path w="1311275" h="1369059">
                <a:moveTo>
                  <a:pt x="797001" y="30794"/>
                </a:moveTo>
                <a:lnTo>
                  <a:pt x="0" y="30794"/>
                </a:lnTo>
                <a:lnTo>
                  <a:pt x="0" y="247877"/>
                </a:lnTo>
                <a:lnTo>
                  <a:pt x="486288" y="247877"/>
                </a:lnTo>
                <a:lnTo>
                  <a:pt x="470743" y="297312"/>
                </a:lnTo>
                <a:lnTo>
                  <a:pt x="455064" y="346255"/>
                </a:lnTo>
                <a:lnTo>
                  <a:pt x="439284" y="394827"/>
                </a:lnTo>
                <a:lnTo>
                  <a:pt x="423438" y="443153"/>
                </a:lnTo>
                <a:lnTo>
                  <a:pt x="391678" y="539557"/>
                </a:lnTo>
                <a:lnTo>
                  <a:pt x="375832" y="587882"/>
                </a:lnTo>
                <a:lnTo>
                  <a:pt x="360052" y="636452"/>
                </a:lnTo>
                <a:lnTo>
                  <a:pt x="344373" y="685393"/>
                </a:lnTo>
                <a:lnTo>
                  <a:pt x="328827" y="734825"/>
                </a:lnTo>
                <a:lnTo>
                  <a:pt x="593584" y="734825"/>
                </a:lnTo>
                <a:lnTo>
                  <a:pt x="607933" y="684288"/>
                </a:lnTo>
                <a:lnTo>
                  <a:pt x="622323" y="633866"/>
                </a:lnTo>
                <a:lnTo>
                  <a:pt x="636750" y="583541"/>
                </a:lnTo>
                <a:lnTo>
                  <a:pt x="651211" y="533292"/>
                </a:lnTo>
                <a:lnTo>
                  <a:pt x="680222" y="432948"/>
                </a:lnTo>
                <a:lnTo>
                  <a:pt x="782372" y="81334"/>
                </a:lnTo>
                <a:lnTo>
                  <a:pt x="797001" y="307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694166" y="6072411"/>
            <a:ext cx="1385570" cy="1372870"/>
          </a:xfrm>
          <a:custGeom>
            <a:avLst/>
            <a:gdLst/>
            <a:ahLst/>
            <a:cxnLst/>
            <a:rect l="l" t="t" r="r" b="b"/>
            <a:pathLst>
              <a:path w="1385570" h="1372870">
                <a:moveTo>
                  <a:pt x="1199701" y="0"/>
                </a:moveTo>
                <a:lnTo>
                  <a:pt x="950285" y="0"/>
                </a:lnTo>
                <a:lnTo>
                  <a:pt x="950285" y="1372848"/>
                </a:lnTo>
                <a:lnTo>
                  <a:pt x="1199701" y="1372848"/>
                </a:lnTo>
                <a:lnTo>
                  <a:pt x="1199701" y="709894"/>
                </a:lnTo>
                <a:lnTo>
                  <a:pt x="1385025" y="709894"/>
                </a:lnTo>
                <a:lnTo>
                  <a:pt x="1385025" y="481084"/>
                </a:lnTo>
                <a:lnTo>
                  <a:pt x="1199701" y="481084"/>
                </a:lnTo>
                <a:lnTo>
                  <a:pt x="1199701" y="0"/>
                </a:lnTo>
                <a:close/>
              </a:path>
              <a:path w="1385570" h="1372870">
                <a:moveTo>
                  <a:pt x="581039" y="30794"/>
                </a:moveTo>
                <a:lnTo>
                  <a:pt x="331623" y="30794"/>
                </a:lnTo>
                <a:lnTo>
                  <a:pt x="331623" y="519219"/>
                </a:lnTo>
                <a:lnTo>
                  <a:pt x="0" y="1265783"/>
                </a:lnTo>
                <a:lnTo>
                  <a:pt x="257772" y="1265783"/>
                </a:lnTo>
                <a:lnTo>
                  <a:pt x="455640" y="789096"/>
                </a:lnTo>
                <a:lnTo>
                  <a:pt x="700919" y="789096"/>
                </a:lnTo>
                <a:lnTo>
                  <a:pt x="581039" y="519219"/>
                </a:lnTo>
                <a:lnTo>
                  <a:pt x="581039" y="30794"/>
                </a:lnTo>
                <a:close/>
              </a:path>
              <a:path w="1385570" h="1372870">
                <a:moveTo>
                  <a:pt x="700919" y="789096"/>
                </a:moveTo>
                <a:lnTo>
                  <a:pt x="455640" y="789096"/>
                </a:lnTo>
                <a:lnTo>
                  <a:pt x="654891" y="1265783"/>
                </a:lnTo>
                <a:lnTo>
                  <a:pt x="912663" y="1265783"/>
                </a:lnTo>
                <a:lnTo>
                  <a:pt x="700919" y="7890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9516771" y="6034275"/>
            <a:ext cx="1350645" cy="1407160"/>
          </a:xfrm>
          <a:custGeom>
            <a:avLst/>
            <a:gdLst/>
            <a:ahLst/>
            <a:cxnLst/>
            <a:rect l="l" t="t" r="r" b="b"/>
            <a:pathLst>
              <a:path w="1350645" h="1407159">
                <a:moveTo>
                  <a:pt x="1195513" y="38134"/>
                </a:moveTo>
                <a:lnTo>
                  <a:pt x="946096" y="38134"/>
                </a:lnTo>
                <a:lnTo>
                  <a:pt x="946096" y="837503"/>
                </a:lnTo>
                <a:lnTo>
                  <a:pt x="1195513" y="837503"/>
                </a:lnTo>
                <a:lnTo>
                  <a:pt x="1195513" y="566160"/>
                </a:lnTo>
                <a:lnTo>
                  <a:pt x="1350178" y="566160"/>
                </a:lnTo>
                <a:lnTo>
                  <a:pt x="1350178" y="338816"/>
                </a:lnTo>
                <a:lnTo>
                  <a:pt x="1195513" y="338816"/>
                </a:lnTo>
                <a:lnTo>
                  <a:pt x="1195513" y="38134"/>
                </a:lnTo>
                <a:close/>
              </a:path>
              <a:path w="1350645" h="1407159">
                <a:moveTo>
                  <a:pt x="397097" y="880025"/>
                </a:moveTo>
                <a:lnTo>
                  <a:pt x="151869" y="880025"/>
                </a:lnTo>
                <a:lnTo>
                  <a:pt x="151869" y="1406574"/>
                </a:lnTo>
                <a:lnTo>
                  <a:pt x="1195513" y="1406574"/>
                </a:lnTo>
                <a:lnTo>
                  <a:pt x="1195513" y="1211512"/>
                </a:lnTo>
                <a:lnTo>
                  <a:pt x="397097" y="1211512"/>
                </a:lnTo>
                <a:lnTo>
                  <a:pt x="397097" y="1145504"/>
                </a:lnTo>
                <a:lnTo>
                  <a:pt x="1195513" y="1145504"/>
                </a:lnTo>
                <a:lnTo>
                  <a:pt x="1195513" y="959237"/>
                </a:lnTo>
                <a:lnTo>
                  <a:pt x="397097" y="959237"/>
                </a:lnTo>
                <a:lnTo>
                  <a:pt x="397097" y="880025"/>
                </a:lnTo>
                <a:close/>
              </a:path>
              <a:path w="1350645" h="1407159">
                <a:moveTo>
                  <a:pt x="1195513" y="1145504"/>
                </a:moveTo>
                <a:lnTo>
                  <a:pt x="950274" y="1145504"/>
                </a:lnTo>
                <a:lnTo>
                  <a:pt x="950274" y="1211512"/>
                </a:lnTo>
                <a:lnTo>
                  <a:pt x="1195513" y="1211512"/>
                </a:lnTo>
                <a:lnTo>
                  <a:pt x="1195513" y="1145504"/>
                </a:lnTo>
                <a:close/>
              </a:path>
              <a:path w="1350645" h="1407159">
                <a:moveTo>
                  <a:pt x="1195513" y="880025"/>
                </a:moveTo>
                <a:lnTo>
                  <a:pt x="950274" y="880025"/>
                </a:lnTo>
                <a:lnTo>
                  <a:pt x="950274" y="959237"/>
                </a:lnTo>
                <a:lnTo>
                  <a:pt x="1195513" y="959237"/>
                </a:lnTo>
                <a:lnTo>
                  <a:pt x="1195513" y="880025"/>
                </a:lnTo>
                <a:close/>
              </a:path>
              <a:path w="1350645" h="1407159">
                <a:moveTo>
                  <a:pt x="562914" y="325613"/>
                </a:moveTo>
                <a:lnTo>
                  <a:pt x="373423" y="325613"/>
                </a:lnTo>
                <a:lnTo>
                  <a:pt x="322889" y="326892"/>
                </a:lnTo>
                <a:lnTo>
                  <a:pt x="274961" y="331047"/>
                </a:lnTo>
                <a:lnTo>
                  <a:pt x="230105" y="338554"/>
                </a:lnTo>
                <a:lnTo>
                  <a:pt x="188786" y="349890"/>
                </a:lnTo>
                <a:lnTo>
                  <a:pt x="151467" y="365530"/>
                </a:lnTo>
                <a:lnTo>
                  <a:pt x="118615" y="385950"/>
                </a:lnTo>
                <a:lnTo>
                  <a:pt x="68167" y="443036"/>
                </a:lnTo>
                <a:lnTo>
                  <a:pt x="51501" y="480654"/>
                </a:lnTo>
                <a:lnTo>
                  <a:pt x="41161" y="524958"/>
                </a:lnTo>
                <a:lnTo>
                  <a:pt x="37611" y="576422"/>
                </a:lnTo>
                <a:lnTo>
                  <a:pt x="41172" y="626214"/>
                </a:lnTo>
                <a:lnTo>
                  <a:pt x="51556" y="670092"/>
                </a:lnTo>
                <a:lnTo>
                  <a:pt x="68309" y="708215"/>
                </a:lnTo>
                <a:lnTo>
                  <a:pt x="90982" y="740741"/>
                </a:lnTo>
                <a:lnTo>
                  <a:pt x="119123" y="767828"/>
                </a:lnTo>
                <a:lnTo>
                  <a:pt x="152280" y="789636"/>
                </a:lnTo>
                <a:lnTo>
                  <a:pt x="190001" y="806321"/>
                </a:lnTo>
                <a:lnTo>
                  <a:pt x="231837" y="818043"/>
                </a:lnTo>
                <a:lnTo>
                  <a:pt x="277334" y="824960"/>
                </a:lnTo>
                <a:lnTo>
                  <a:pt x="326042" y="827231"/>
                </a:lnTo>
                <a:lnTo>
                  <a:pt x="515544" y="827231"/>
                </a:lnTo>
                <a:lnTo>
                  <a:pt x="564820" y="826018"/>
                </a:lnTo>
                <a:lnTo>
                  <a:pt x="611967" y="822034"/>
                </a:lnTo>
                <a:lnTo>
                  <a:pt x="656444" y="814765"/>
                </a:lnTo>
                <a:lnTo>
                  <a:pt x="697712" y="803694"/>
                </a:lnTo>
                <a:lnTo>
                  <a:pt x="735231" y="788305"/>
                </a:lnTo>
                <a:lnTo>
                  <a:pt x="768459" y="768083"/>
                </a:lnTo>
                <a:lnTo>
                  <a:pt x="796858" y="742512"/>
                </a:lnTo>
                <a:lnTo>
                  <a:pt x="819886" y="711076"/>
                </a:lnTo>
                <a:lnTo>
                  <a:pt x="837003" y="673260"/>
                </a:lnTo>
                <a:lnTo>
                  <a:pt x="844360" y="642420"/>
                </a:lnTo>
                <a:lnTo>
                  <a:pt x="366460" y="642420"/>
                </a:lnTo>
                <a:lnTo>
                  <a:pt x="326155" y="640152"/>
                </a:lnTo>
                <a:lnTo>
                  <a:pt x="295911" y="630872"/>
                </a:lnTo>
                <a:lnTo>
                  <a:pt x="276903" y="610866"/>
                </a:lnTo>
                <a:lnTo>
                  <a:pt x="270305" y="576422"/>
                </a:lnTo>
                <a:lnTo>
                  <a:pt x="276097" y="546309"/>
                </a:lnTo>
                <a:lnTo>
                  <a:pt x="292602" y="525819"/>
                </a:lnTo>
                <a:lnTo>
                  <a:pt x="318513" y="514127"/>
                </a:lnTo>
                <a:lnTo>
                  <a:pt x="352523" y="510413"/>
                </a:lnTo>
                <a:lnTo>
                  <a:pt x="843844" y="510413"/>
                </a:lnTo>
                <a:lnTo>
                  <a:pt x="837401" y="483315"/>
                </a:lnTo>
                <a:lnTo>
                  <a:pt x="820647" y="445275"/>
                </a:lnTo>
                <a:lnTo>
                  <a:pt x="797974" y="412736"/>
                </a:lnTo>
                <a:lnTo>
                  <a:pt x="769833" y="385565"/>
                </a:lnTo>
                <a:lnTo>
                  <a:pt x="736677" y="363630"/>
                </a:lnTo>
                <a:lnTo>
                  <a:pt x="698955" y="346799"/>
                </a:lnTo>
                <a:lnTo>
                  <a:pt x="657120" y="334941"/>
                </a:lnTo>
                <a:lnTo>
                  <a:pt x="611622" y="327923"/>
                </a:lnTo>
                <a:lnTo>
                  <a:pt x="562914" y="325613"/>
                </a:lnTo>
                <a:close/>
              </a:path>
              <a:path w="1350645" h="1407159">
                <a:moveTo>
                  <a:pt x="843844" y="510413"/>
                </a:moveTo>
                <a:lnTo>
                  <a:pt x="522507" y="510413"/>
                </a:lnTo>
                <a:lnTo>
                  <a:pt x="560458" y="513301"/>
                </a:lnTo>
                <a:lnTo>
                  <a:pt x="590963" y="523616"/>
                </a:lnTo>
                <a:lnTo>
                  <a:pt x="611279" y="543831"/>
                </a:lnTo>
                <a:lnTo>
                  <a:pt x="618661" y="576422"/>
                </a:lnTo>
                <a:lnTo>
                  <a:pt x="612455" y="608392"/>
                </a:lnTo>
                <a:lnTo>
                  <a:pt x="595142" y="628673"/>
                </a:lnTo>
                <a:lnTo>
                  <a:pt x="568687" y="639327"/>
                </a:lnTo>
                <a:lnTo>
                  <a:pt x="535051" y="642420"/>
                </a:lnTo>
                <a:lnTo>
                  <a:pt x="844360" y="642420"/>
                </a:lnTo>
                <a:lnTo>
                  <a:pt x="847640" y="628673"/>
                </a:lnTo>
                <a:lnTo>
                  <a:pt x="847834" y="626214"/>
                </a:lnTo>
                <a:lnTo>
                  <a:pt x="851345" y="576422"/>
                </a:lnTo>
                <a:lnTo>
                  <a:pt x="847784" y="526986"/>
                </a:lnTo>
                <a:lnTo>
                  <a:pt x="843844" y="510413"/>
                </a:lnTo>
                <a:close/>
              </a:path>
              <a:path w="1350645" h="1407159">
                <a:moveTo>
                  <a:pt x="880611" y="93871"/>
                </a:moveTo>
                <a:lnTo>
                  <a:pt x="0" y="93871"/>
                </a:lnTo>
                <a:lnTo>
                  <a:pt x="0" y="287467"/>
                </a:lnTo>
                <a:lnTo>
                  <a:pt x="880611" y="287467"/>
                </a:lnTo>
                <a:lnTo>
                  <a:pt x="880611" y="93871"/>
                </a:lnTo>
                <a:close/>
              </a:path>
              <a:path w="1350645" h="1407159">
                <a:moveTo>
                  <a:pt x="572673" y="0"/>
                </a:moveTo>
                <a:lnTo>
                  <a:pt x="312105" y="0"/>
                </a:lnTo>
                <a:lnTo>
                  <a:pt x="312105" y="93871"/>
                </a:lnTo>
                <a:lnTo>
                  <a:pt x="572673" y="93871"/>
                </a:lnTo>
                <a:lnTo>
                  <a:pt x="57267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1361653" y="6072411"/>
            <a:ext cx="1144270" cy="1372870"/>
          </a:xfrm>
          <a:custGeom>
            <a:avLst/>
            <a:gdLst/>
            <a:ahLst/>
            <a:cxnLst/>
            <a:rect l="l" t="t" r="r" b="b"/>
            <a:pathLst>
              <a:path w="1144270" h="1372870">
                <a:moveTo>
                  <a:pt x="1143965" y="0"/>
                </a:moveTo>
                <a:lnTo>
                  <a:pt x="893156" y="0"/>
                </a:lnTo>
                <a:lnTo>
                  <a:pt x="893156" y="1372848"/>
                </a:lnTo>
                <a:lnTo>
                  <a:pt x="1143965" y="1372848"/>
                </a:lnTo>
                <a:lnTo>
                  <a:pt x="1143965" y="0"/>
                </a:lnTo>
                <a:close/>
              </a:path>
              <a:path w="1144270" h="1372870">
                <a:moveTo>
                  <a:pt x="249416" y="36669"/>
                </a:moveTo>
                <a:lnTo>
                  <a:pt x="0" y="36669"/>
                </a:lnTo>
                <a:lnTo>
                  <a:pt x="0" y="1234967"/>
                </a:lnTo>
                <a:lnTo>
                  <a:pt x="817922" y="1161640"/>
                </a:lnTo>
                <a:lnTo>
                  <a:pt x="817922" y="982692"/>
                </a:lnTo>
                <a:lnTo>
                  <a:pt x="249416" y="982692"/>
                </a:lnTo>
                <a:lnTo>
                  <a:pt x="249416" y="36669"/>
                </a:lnTo>
                <a:close/>
              </a:path>
              <a:path w="1144270" h="1372870">
                <a:moveTo>
                  <a:pt x="817922" y="937238"/>
                </a:moveTo>
                <a:lnTo>
                  <a:pt x="249416" y="982692"/>
                </a:lnTo>
                <a:lnTo>
                  <a:pt x="817922" y="982692"/>
                </a:lnTo>
                <a:lnTo>
                  <a:pt x="817922" y="93723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3104828" y="6072411"/>
            <a:ext cx="1326515" cy="1372870"/>
          </a:xfrm>
          <a:custGeom>
            <a:avLst/>
            <a:gdLst/>
            <a:ahLst/>
            <a:cxnLst/>
            <a:rect l="l" t="t" r="r" b="b"/>
            <a:pathLst>
              <a:path w="1326515" h="1372870">
                <a:moveTo>
                  <a:pt x="1138384" y="0"/>
                </a:moveTo>
                <a:lnTo>
                  <a:pt x="888978" y="0"/>
                </a:lnTo>
                <a:lnTo>
                  <a:pt x="888978" y="1372848"/>
                </a:lnTo>
                <a:lnTo>
                  <a:pt x="1138384" y="1372848"/>
                </a:lnTo>
                <a:lnTo>
                  <a:pt x="1138384" y="709894"/>
                </a:lnTo>
                <a:lnTo>
                  <a:pt x="1326493" y="709894"/>
                </a:lnTo>
                <a:lnTo>
                  <a:pt x="1326493" y="481084"/>
                </a:lnTo>
                <a:lnTo>
                  <a:pt x="1138384" y="481084"/>
                </a:lnTo>
                <a:lnTo>
                  <a:pt x="1138384" y="0"/>
                </a:lnTo>
                <a:close/>
              </a:path>
              <a:path w="1326515" h="1372870">
                <a:moveTo>
                  <a:pt x="742668" y="46930"/>
                </a:moveTo>
                <a:lnTo>
                  <a:pt x="0" y="46930"/>
                </a:lnTo>
                <a:lnTo>
                  <a:pt x="0" y="1258453"/>
                </a:lnTo>
                <a:lnTo>
                  <a:pt x="803985" y="1186571"/>
                </a:lnTo>
                <a:lnTo>
                  <a:pt x="803985" y="1009100"/>
                </a:lnTo>
                <a:lnTo>
                  <a:pt x="249416" y="1009100"/>
                </a:lnTo>
                <a:lnTo>
                  <a:pt x="249416" y="271342"/>
                </a:lnTo>
                <a:lnTo>
                  <a:pt x="742668" y="271342"/>
                </a:lnTo>
                <a:lnTo>
                  <a:pt x="742668" y="46930"/>
                </a:lnTo>
                <a:close/>
              </a:path>
              <a:path w="1326515" h="1372870">
                <a:moveTo>
                  <a:pt x="803985" y="962169"/>
                </a:moveTo>
                <a:lnTo>
                  <a:pt x="249416" y="1009100"/>
                </a:lnTo>
                <a:lnTo>
                  <a:pt x="803985" y="1009100"/>
                </a:lnTo>
                <a:lnTo>
                  <a:pt x="803985" y="9621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439814" y="1338112"/>
            <a:ext cx="379730" cy="451484"/>
          </a:xfrm>
          <a:custGeom>
            <a:avLst/>
            <a:gdLst/>
            <a:ahLst/>
            <a:cxnLst/>
            <a:rect l="l" t="t" r="r" b="b"/>
            <a:pathLst>
              <a:path w="379729" h="451485">
                <a:moveTo>
                  <a:pt x="245510" y="0"/>
                </a:moveTo>
                <a:lnTo>
                  <a:pt x="9894" y="0"/>
                </a:lnTo>
                <a:lnTo>
                  <a:pt x="9894" y="101965"/>
                </a:lnTo>
                <a:lnTo>
                  <a:pt x="210360" y="101965"/>
                </a:lnTo>
                <a:lnTo>
                  <a:pt x="228599" y="104804"/>
                </a:lnTo>
                <a:lnTo>
                  <a:pt x="242661" y="112793"/>
                </a:lnTo>
                <a:lnTo>
                  <a:pt x="251711" y="125143"/>
                </a:lnTo>
                <a:lnTo>
                  <a:pt x="254913" y="141063"/>
                </a:lnTo>
                <a:lnTo>
                  <a:pt x="251711" y="155536"/>
                </a:lnTo>
                <a:lnTo>
                  <a:pt x="242661" y="166621"/>
                </a:lnTo>
                <a:lnTo>
                  <a:pt x="228599" y="173715"/>
                </a:lnTo>
                <a:lnTo>
                  <a:pt x="210360" y="176214"/>
                </a:lnTo>
                <a:lnTo>
                  <a:pt x="125723" y="176214"/>
                </a:lnTo>
                <a:lnTo>
                  <a:pt x="74128" y="185208"/>
                </a:lnTo>
                <a:lnTo>
                  <a:pt x="34460" y="210675"/>
                </a:lnTo>
                <a:lnTo>
                  <a:pt x="8993" y="250342"/>
                </a:lnTo>
                <a:lnTo>
                  <a:pt x="0" y="301938"/>
                </a:lnTo>
                <a:lnTo>
                  <a:pt x="0" y="451420"/>
                </a:lnTo>
                <a:lnTo>
                  <a:pt x="379642" y="451420"/>
                </a:lnTo>
                <a:lnTo>
                  <a:pt x="379642" y="349455"/>
                </a:lnTo>
                <a:lnTo>
                  <a:pt x="121765" y="349455"/>
                </a:lnTo>
                <a:lnTo>
                  <a:pt x="121765" y="309854"/>
                </a:lnTo>
                <a:lnTo>
                  <a:pt x="124256" y="295667"/>
                </a:lnTo>
                <a:lnTo>
                  <a:pt x="131295" y="284732"/>
                </a:lnTo>
                <a:lnTo>
                  <a:pt x="142231" y="277695"/>
                </a:lnTo>
                <a:lnTo>
                  <a:pt x="156414" y="275206"/>
                </a:lnTo>
                <a:lnTo>
                  <a:pt x="245510" y="275206"/>
                </a:lnTo>
                <a:lnTo>
                  <a:pt x="287093" y="268719"/>
                </a:lnTo>
                <a:lnTo>
                  <a:pt x="323115" y="250163"/>
                </a:lnTo>
                <a:lnTo>
                  <a:pt x="351463" y="220891"/>
                </a:lnTo>
                <a:lnTo>
                  <a:pt x="370023" y="182258"/>
                </a:lnTo>
                <a:lnTo>
                  <a:pt x="376679" y="135618"/>
                </a:lnTo>
                <a:lnTo>
                  <a:pt x="370023" y="90156"/>
                </a:lnTo>
                <a:lnTo>
                  <a:pt x="351463" y="52602"/>
                </a:lnTo>
                <a:lnTo>
                  <a:pt x="323115" y="24219"/>
                </a:lnTo>
                <a:lnTo>
                  <a:pt x="287093" y="6264"/>
                </a:lnTo>
                <a:lnTo>
                  <a:pt x="245510" y="0"/>
                </a:lnTo>
                <a:close/>
              </a:path>
            </a:pathLst>
          </a:custGeom>
          <a:solidFill>
            <a:srgbClr val="2240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871974" y="1327708"/>
            <a:ext cx="420370" cy="473075"/>
          </a:xfrm>
          <a:custGeom>
            <a:avLst/>
            <a:gdLst/>
            <a:ahLst/>
            <a:cxnLst/>
            <a:rect l="l" t="t" r="r" b="b"/>
            <a:pathLst>
              <a:path w="420370" h="473075">
                <a:moveTo>
                  <a:pt x="209878" y="0"/>
                </a:moveTo>
                <a:lnTo>
                  <a:pt x="158511" y="4319"/>
                </a:lnTo>
                <a:lnTo>
                  <a:pt x="113073" y="16855"/>
                </a:lnTo>
                <a:lnTo>
                  <a:pt x="74284" y="36977"/>
                </a:lnTo>
                <a:lnTo>
                  <a:pt x="42863" y="64052"/>
                </a:lnTo>
                <a:lnTo>
                  <a:pt x="19529" y="97448"/>
                </a:lnTo>
                <a:lnTo>
                  <a:pt x="5002" y="136533"/>
                </a:lnTo>
                <a:lnTo>
                  <a:pt x="0" y="180675"/>
                </a:lnTo>
                <a:lnTo>
                  <a:pt x="0" y="292043"/>
                </a:lnTo>
                <a:lnTo>
                  <a:pt x="5002" y="336184"/>
                </a:lnTo>
                <a:lnTo>
                  <a:pt x="19529" y="375267"/>
                </a:lnTo>
                <a:lnTo>
                  <a:pt x="42863" y="408661"/>
                </a:lnTo>
                <a:lnTo>
                  <a:pt x="74284" y="435734"/>
                </a:lnTo>
                <a:lnTo>
                  <a:pt x="113073" y="455854"/>
                </a:lnTo>
                <a:lnTo>
                  <a:pt x="158511" y="468389"/>
                </a:lnTo>
                <a:lnTo>
                  <a:pt x="209878" y="472708"/>
                </a:lnTo>
                <a:lnTo>
                  <a:pt x="261245" y="468389"/>
                </a:lnTo>
                <a:lnTo>
                  <a:pt x="306681" y="455854"/>
                </a:lnTo>
                <a:lnTo>
                  <a:pt x="345468" y="435734"/>
                </a:lnTo>
                <a:lnTo>
                  <a:pt x="376886" y="408661"/>
                </a:lnTo>
                <a:lnTo>
                  <a:pt x="400218" y="375267"/>
                </a:lnTo>
                <a:lnTo>
                  <a:pt x="402087" y="370240"/>
                </a:lnTo>
                <a:lnTo>
                  <a:pt x="209878" y="370240"/>
                </a:lnTo>
                <a:lnTo>
                  <a:pt x="173767" y="364015"/>
                </a:lnTo>
                <a:lnTo>
                  <a:pt x="145961" y="346425"/>
                </a:lnTo>
                <a:lnTo>
                  <a:pt x="128085" y="319090"/>
                </a:lnTo>
                <a:lnTo>
                  <a:pt x="121765" y="283635"/>
                </a:lnTo>
                <a:lnTo>
                  <a:pt x="121765" y="189093"/>
                </a:lnTo>
                <a:lnTo>
                  <a:pt x="128085" y="153630"/>
                </a:lnTo>
                <a:lnTo>
                  <a:pt x="145961" y="126289"/>
                </a:lnTo>
                <a:lnTo>
                  <a:pt x="173767" y="108694"/>
                </a:lnTo>
                <a:lnTo>
                  <a:pt x="209878" y="102468"/>
                </a:lnTo>
                <a:lnTo>
                  <a:pt x="402084" y="102468"/>
                </a:lnTo>
                <a:lnTo>
                  <a:pt x="400218" y="97448"/>
                </a:lnTo>
                <a:lnTo>
                  <a:pt x="376886" y="64052"/>
                </a:lnTo>
                <a:lnTo>
                  <a:pt x="345468" y="36977"/>
                </a:lnTo>
                <a:lnTo>
                  <a:pt x="306681" y="16855"/>
                </a:lnTo>
                <a:lnTo>
                  <a:pt x="261245" y="4319"/>
                </a:lnTo>
                <a:lnTo>
                  <a:pt x="209878" y="0"/>
                </a:lnTo>
                <a:close/>
              </a:path>
              <a:path w="420370" h="473075">
                <a:moveTo>
                  <a:pt x="402084" y="102468"/>
                </a:moveTo>
                <a:lnTo>
                  <a:pt x="209878" y="102468"/>
                </a:lnTo>
                <a:lnTo>
                  <a:pt x="245987" y="108694"/>
                </a:lnTo>
                <a:lnTo>
                  <a:pt x="273790" y="126289"/>
                </a:lnTo>
                <a:lnTo>
                  <a:pt x="291662" y="153630"/>
                </a:lnTo>
                <a:lnTo>
                  <a:pt x="297980" y="189093"/>
                </a:lnTo>
                <a:lnTo>
                  <a:pt x="297980" y="283635"/>
                </a:lnTo>
                <a:lnTo>
                  <a:pt x="291662" y="319090"/>
                </a:lnTo>
                <a:lnTo>
                  <a:pt x="273790" y="346425"/>
                </a:lnTo>
                <a:lnTo>
                  <a:pt x="245987" y="364015"/>
                </a:lnTo>
                <a:lnTo>
                  <a:pt x="209878" y="370240"/>
                </a:lnTo>
                <a:lnTo>
                  <a:pt x="402087" y="370240"/>
                </a:lnTo>
                <a:lnTo>
                  <a:pt x="414744" y="336184"/>
                </a:lnTo>
                <a:lnTo>
                  <a:pt x="419746" y="292043"/>
                </a:lnTo>
                <a:lnTo>
                  <a:pt x="419746" y="180675"/>
                </a:lnTo>
                <a:lnTo>
                  <a:pt x="414744" y="136533"/>
                </a:lnTo>
                <a:lnTo>
                  <a:pt x="402084" y="102468"/>
                </a:lnTo>
                <a:close/>
              </a:path>
            </a:pathLst>
          </a:custGeom>
          <a:solidFill>
            <a:srgbClr val="2240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354138" y="1338115"/>
            <a:ext cx="784225" cy="451484"/>
          </a:xfrm>
          <a:custGeom>
            <a:avLst/>
            <a:gdLst/>
            <a:ahLst/>
            <a:cxnLst/>
            <a:rect l="l" t="t" r="r" b="b"/>
            <a:pathLst>
              <a:path w="784225" h="451485">
                <a:moveTo>
                  <a:pt x="379641" y="349453"/>
                </a:moveTo>
                <a:lnTo>
                  <a:pt x="121767" y="349453"/>
                </a:lnTo>
                <a:lnTo>
                  <a:pt x="121767" y="309854"/>
                </a:lnTo>
                <a:lnTo>
                  <a:pt x="124256" y="295668"/>
                </a:lnTo>
                <a:lnTo>
                  <a:pt x="131292" y="284734"/>
                </a:lnTo>
                <a:lnTo>
                  <a:pt x="142227" y="277698"/>
                </a:lnTo>
                <a:lnTo>
                  <a:pt x="156413" y="275209"/>
                </a:lnTo>
                <a:lnTo>
                  <a:pt x="245516" y="275209"/>
                </a:lnTo>
                <a:lnTo>
                  <a:pt x="287096" y="268719"/>
                </a:lnTo>
                <a:lnTo>
                  <a:pt x="323113" y="250164"/>
                </a:lnTo>
                <a:lnTo>
                  <a:pt x="351459" y="220891"/>
                </a:lnTo>
                <a:lnTo>
                  <a:pt x="370027" y="182257"/>
                </a:lnTo>
                <a:lnTo>
                  <a:pt x="376682" y="135623"/>
                </a:lnTo>
                <a:lnTo>
                  <a:pt x="370027" y="90157"/>
                </a:lnTo>
                <a:lnTo>
                  <a:pt x="351459" y="52603"/>
                </a:lnTo>
                <a:lnTo>
                  <a:pt x="323113" y="24218"/>
                </a:lnTo>
                <a:lnTo>
                  <a:pt x="287096" y="6261"/>
                </a:lnTo>
                <a:lnTo>
                  <a:pt x="245516" y="0"/>
                </a:lnTo>
                <a:lnTo>
                  <a:pt x="9893" y="0"/>
                </a:lnTo>
                <a:lnTo>
                  <a:pt x="9893" y="101968"/>
                </a:lnTo>
                <a:lnTo>
                  <a:pt x="210362" y="101968"/>
                </a:lnTo>
                <a:lnTo>
                  <a:pt x="228600" y="104800"/>
                </a:lnTo>
                <a:lnTo>
                  <a:pt x="242658" y="112801"/>
                </a:lnTo>
                <a:lnTo>
                  <a:pt x="251714" y="125145"/>
                </a:lnTo>
                <a:lnTo>
                  <a:pt x="254914" y="141071"/>
                </a:lnTo>
                <a:lnTo>
                  <a:pt x="251714" y="155536"/>
                </a:lnTo>
                <a:lnTo>
                  <a:pt x="242658" y="166624"/>
                </a:lnTo>
                <a:lnTo>
                  <a:pt x="228600" y="173723"/>
                </a:lnTo>
                <a:lnTo>
                  <a:pt x="210362" y="176212"/>
                </a:lnTo>
                <a:lnTo>
                  <a:pt x="125730" y="176212"/>
                </a:lnTo>
                <a:lnTo>
                  <a:pt x="74129" y="185216"/>
                </a:lnTo>
                <a:lnTo>
                  <a:pt x="34467" y="210680"/>
                </a:lnTo>
                <a:lnTo>
                  <a:pt x="8991" y="250342"/>
                </a:lnTo>
                <a:lnTo>
                  <a:pt x="0" y="301942"/>
                </a:lnTo>
                <a:lnTo>
                  <a:pt x="0" y="451421"/>
                </a:lnTo>
                <a:lnTo>
                  <a:pt x="379641" y="451421"/>
                </a:lnTo>
                <a:lnTo>
                  <a:pt x="379641" y="349453"/>
                </a:lnTo>
                <a:close/>
              </a:path>
              <a:path w="784225" h="451485">
                <a:moveTo>
                  <a:pt x="784098" y="305892"/>
                </a:moveTo>
                <a:lnTo>
                  <a:pt x="777392" y="256641"/>
                </a:lnTo>
                <a:lnTo>
                  <a:pt x="758558" y="216052"/>
                </a:lnTo>
                <a:lnTo>
                  <a:pt x="729462" y="185445"/>
                </a:lnTo>
                <a:lnTo>
                  <a:pt x="703859" y="172250"/>
                </a:lnTo>
                <a:lnTo>
                  <a:pt x="691972" y="166116"/>
                </a:lnTo>
                <a:lnTo>
                  <a:pt x="662330" y="161582"/>
                </a:lnTo>
                <a:lnTo>
                  <a:pt x="662330" y="300456"/>
                </a:lnTo>
                <a:lnTo>
                  <a:pt x="659815" y="320014"/>
                </a:lnTo>
                <a:lnTo>
                  <a:pt x="651929" y="335534"/>
                </a:lnTo>
                <a:lnTo>
                  <a:pt x="638111" y="345770"/>
                </a:lnTo>
                <a:lnTo>
                  <a:pt x="617778" y="349453"/>
                </a:lnTo>
                <a:lnTo>
                  <a:pt x="588581" y="349453"/>
                </a:lnTo>
                <a:lnTo>
                  <a:pt x="568261" y="345770"/>
                </a:lnTo>
                <a:lnTo>
                  <a:pt x="554431" y="335534"/>
                </a:lnTo>
                <a:lnTo>
                  <a:pt x="546544" y="320014"/>
                </a:lnTo>
                <a:lnTo>
                  <a:pt x="544042" y="300456"/>
                </a:lnTo>
                <a:lnTo>
                  <a:pt x="546544" y="282346"/>
                </a:lnTo>
                <a:lnTo>
                  <a:pt x="554431" y="268097"/>
                </a:lnTo>
                <a:lnTo>
                  <a:pt x="568261" y="258762"/>
                </a:lnTo>
                <a:lnTo>
                  <a:pt x="588581" y="255409"/>
                </a:lnTo>
                <a:lnTo>
                  <a:pt x="617778" y="255409"/>
                </a:lnTo>
                <a:lnTo>
                  <a:pt x="638111" y="258762"/>
                </a:lnTo>
                <a:lnTo>
                  <a:pt x="651929" y="268097"/>
                </a:lnTo>
                <a:lnTo>
                  <a:pt x="659815" y="282346"/>
                </a:lnTo>
                <a:lnTo>
                  <a:pt x="662330" y="300456"/>
                </a:lnTo>
                <a:lnTo>
                  <a:pt x="662330" y="161582"/>
                </a:lnTo>
                <a:lnTo>
                  <a:pt x="647979" y="159385"/>
                </a:lnTo>
                <a:lnTo>
                  <a:pt x="593026" y="159385"/>
                </a:lnTo>
                <a:lnTo>
                  <a:pt x="577507" y="160426"/>
                </a:lnTo>
                <a:lnTo>
                  <a:pt x="564261" y="163220"/>
                </a:lnTo>
                <a:lnTo>
                  <a:pt x="553148" y="167309"/>
                </a:lnTo>
                <a:lnTo>
                  <a:pt x="544042" y="172250"/>
                </a:lnTo>
                <a:lnTo>
                  <a:pt x="544042" y="131673"/>
                </a:lnTo>
                <a:lnTo>
                  <a:pt x="546176" y="119507"/>
                </a:lnTo>
                <a:lnTo>
                  <a:pt x="552196" y="110134"/>
                </a:lnTo>
                <a:lnTo>
                  <a:pt x="561568" y="104101"/>
                </a:lnTo>
                <a:lnTo>
                  <a:pt x="573735" y="101968"/>
                </a:lnTo>
                <a:lnTo>
                  <a:pt x="754392" y="101968"/>
                </a:lnTo>
                <a:lnTo>
                  <a:pt x="754392" y="0"/>
                </a:lnTo>
                <a:lnTo>
                  <a:pt x="531164" y="0"/>
                </a:lnTo>
                <a:lnTo>
                  <a:pt x="486587" y="7823"/>
                </a:lnTo>
                <a:lnTo>
                  <a:pt x="452221" y="29946"/>
                </a:lnTo>
                <a:lnTo>
                  <a:pt x="430098" y="64312"/>
                </a:lnTo>
                <a:lnTo>
                  <a:pt x="422275" y="108889"/>
                </a:lnTo>
                <a:lnTo>
                  <a:pt x="422275" y="305892"/>
                </a:lnTo>
                <a:lnTo>
                  <a:pt x="428967" y="354291"/>
                </a:lnTo>
                <a:lnTo>
                  <a:pt x="447802" y="394538"/>
                </a:lnTo>
                <a:lnTo>
                  <a:pt x="476910" y="425145"/>
                </a:lnTo>
                <a:lnTo>
                  <a:pt x="514388" y="444601"/>
                </a:lnTo>
                <a:lnTo>
                  <a:pt x="558393" y="451421"/>
                </a:lnTo>
                <a:lnTo>
                  <a:pt x="647979" y="451421"/>
                </a:lnTo>
                <a:lnTo>
                  <a:pt x="691972" y="444601"/>
                </a:lnTo>
                <a:lnTo>
                  <a:pt x="729462" y="425145"/>
                </a:lnTo>
                <a:lnTo>
                  <a:pt x="758558" y="394538"/>
                </a:lnTo>
                <a:lnTo>
                  <a:pt x="777392" y="354291"/>
                </a:lnTo>
                <a:lnTo>
                  <a:pt x="778065" y="349453"/>
                </a:lnTo>
                <a:lnTo>
                  <a:pt x="784098" y="305892"/>
                </a:lnTo>
                <a:close/>
              </a:path>
            </a:pathLst>
          </a:custGeom>
          <a:solidFill>
            <a:srgbClr val="2240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298176" y="1338105"/>
            <a:ext cx="455930" cy="451484"/>
          </a:xfrm>
          <a:custGeom>
            <a:avLst/>
            <a:gdLst/>
            <a:ahLst/>
            <a:cxnLst/>
            <a:rect l="l" t="t" r="r" b="b"/>
            <a:pathLst>
              <a:path w="455929" h="451485">
                <a:moveTo>
                  <a:pt x="455368" y="0"/>
                </a:moveTo>
                <a:lnTo>
                  <a:pt x="351423" y="0"/>
                </a:lnTo>
                <a:lnTo>
                  <a:pt x="351423" y="451420"/>
                </a:lnTo>
                <a:lnTo>
                  <a:pt x="455368" y="451420"/>
                </a:lnTo>
                <a:lnTo>
                  <a:pt x="455368" y="0"/>
                </a:lnTo>
                <a:close/>
              </a:path>
              <a:path w="455929" h="451485">
                <a:moveTo>
                  <a:pt x="196988" y="0"/>
                </a:moveTo>
                <a:lnTo>
                  <a:pt x="0" y="0"/>
                </a:lnTo>
                <a:lnTo>
                  <a:pt x="0" y="342523"/>
                </a:lnTo>
                <a:lnTo>
                  <a:pt x="7825" y="387105"/>
                </a:lnTo>
                <a:lnTo>
                  <a:pt x="29941" y="421479"/>
                </a:lnTo>
                <a:lnTo>
                  <a:pt x="64308" y="443602"/>
                </a:lnTo>
                <a:lnTo>
                  <a:pt x="108886" y="451431"/>
                </a:lnTo>
                <a:lnTo>
                  <a:pt x="201941" y="451431"/>
                </a:lnTo>
                <a:lnTo>
                  <a:pt x="201941" y="357371"/>
                </a:lnTo>
                <a:lnTo>
                  <a:pt x="138582" y="357371"/>
                </a:lnTo>
                <a:lnTo>
                  <a:pt x="125654" y="354463"/>
                </a:lnTo>
                <a:lnTo>
                  <a:pt x="114578" y="346731"/>
                </a:lnTo>
                <a:lnTo>
                  <a:pt x="106843" y="335659"/>
                </a:lnTo>
                <a:lnTo>
                  <a:pt x="103934" y="322733"/>
                </a:lnTo>
                <a:lnTo>
                  <a:pt x="103934" y="94049"/>
                </a:lnTo>
                <a:lnTo>
                  <a:pt x="196988" y="94049"/>
                </a:lnTo>
                <a:lnTo>
                  <a:pt x="196988" y="0"/>
                </a:lnTo>
                <a:close/>
              </a:path>
              <a:path w="455929" h="451485">
                <a:moveTo>
                  <a:pt x="330639" y="0"/>
                </a:moveTo>
                <a:lnTo>
                  <a:pt x="226694" y="0"/>
                </a:lnTo>
                <a:lnTo>
                  <a:pt x="226694" y="166319"/>
                </a:lnTo>
                <a:lnTo>
                  <a:pt x="150466" y="166319"/>
                </a:lnTo>
                <a:lnTo>
                  <a:pt x="150466" y="260369"/>
                </a:lnTo>
                <a:lnTo>
                  <a:pt x="226694" y="260369"/>
                </a:lnTo>
                <a:lnTo>
                  <a:pt x="226694" y="451431"/>
                </a:lnTo>
                <a:lnTo>
                  <a:pt x="330639" y="451431"/>
                </a:lnTo>
                <a:lnTo>
                  <a:pt x="330639" y="0"/>
                </a:lnTo>
                <a:close/>
              </a:path>
            </a:pathLst>
          </a:custGeom>
          <a:solidFill>
            <a:srgbClr val="2240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817961" y="1333163"/>
            <a:ext cx="445770" cy="461645"/>
          </a:xfrm>
          <a:custGeom>
            <a:avLst/>
            <a:gdLst/>
            <a:ahLst/>
            <a:cxnLst/>
            <a:rect l="l" t="t" r="r" b="b"/>
            <a:pathLst>
              <a:path w="445770" h="461644">
                <a:moveTo>
                  <a:pt x="445473" y="4942"/>
                </a:moveTo>
                <a:lnTo>
                  <a:pt x="331623" y="4942"/>
                </a:lnTo>
                <a:lnTo>
                  <a:pt x="331623" y="456363"/>
                </a:lnTo>
                <a:lnTo>
                  <a:pt x="445473" y="456363"/>
                </a:lnTo>
                <a:lnTo>
                  <a:pt x="445473" y="4942"/>
                </a:lnTo>
                <a:close/>
              </a:path>
              <a:path w="445770" h="461644">
                <a:moveTo>
                  <a:pt x="144027" y="0"/>
                </a:moveTo>
                <a:lnTo>
                  <a:pt x="95217" y="6316"/>
                </a:lnTo>
                <a:lnTo>
                  <a:pt x="55269" y="24392"/>
                </a:lnTo>
                <a:lnTo>
                  <a:pt x="25324" y="52924"/>
                </a:lnTo>
                <a:lnTo>
                  <a:pt x="6521" y="90602"/>
                </a:lnTo>
                <a:lnTo>
                  <a:pt x="0" y="136121"/>
                </a:lnTo>
                <a:lnTo>
                  <a:pt x="0" y="325194"/>
                </a:lnTo>
                <a:lnTo>
                  <a:pt x="6521" y="370713"/>
                </a:lnTo>
                <a:lnTo>
                  <a:pt x="25324" y="408391"/>
                </a:lnTo>
                <a:lnTo>
                  <a:pt x="55269" y="436922"/>
                </a:lnTo>
                <a:lnTo>
                  <a:pt x="95217" y="454999"/>
                </a:lnTo>
                <a:lnTo>
                  <a:pt x="144027" y="461315"/>
                </a:lnTo>
                <a:lnTo>
                  <a:pt x="192843" y="454999"/>
                </a:lnTo>
                <a:lnTo>
                  <a:pt x="232796" y="436922"/>
                </a:lnTo>
                <a:lnTo>
                  <a:pt x="262746" y="408391"/>
                </a:lnTo>
                <a:lnTo>
                  <a:pt x="281552" y="370713"/>
                </a:lnTo>
                <a:lnTo>
                  <a:pt x="282756" y="362313"/>
                </a:lnTo>
                <a:lnTo>
                  <a:pt x="144027" y="362313"/>
                </a:lnTo>
                <a:lnTo>
                  <a:pt x="132003" y="360071"/>
                </a:lnTo>
                <a:lnTo>
                  <a:pt x="122438" y="353655"/>
                </a:lnTo>
                <a:lnTo>
                  <a:pt x="116120" y="343526"/>
                </a:lnTo>
                <a:lnTo>
                  <a:pt x="113839" y="330147"/>
                </a:lnTo>
                <a:lnTo>
                  <a:pt x="113839" y="131168"/>
                </a:lnTo>
                <a:lnTo>
                  <a:pt x="116120" y="117783"/>
                </a:lnTo>
                <a:lnTo>
                  <a:pt x="122438" y="107651"/>
                </a:lnTo>
                <a:lnTo>
                  <a:pt x="132003" y="101233"/>
                </a:lnTo>
                <a:lnTo>
                  <a:pt x="144027" y="98991"/>
                </a:lnTo>
                <a:lnTo>
                  <a:pt x="282754" y="98991"/>
                </a:lnTo>
                <a:lnTo>
                  <a:pt x="281552" y="90602"/>
                </a:lnTo>
                <a:lnTo>
                  <a:pt x="262746" y="52924"/>
                </a:lnTo>
                <a:lnTo>
                  <a:pt x="232796" y="24392"/>
                </a:lnTo>
                <a:lnTo>
                  <a:pt x="192843" y="6316"/>
                </a:lnTo>
                <a:lnTo>
                  <a:pt x="144027" y="0"/>
                </a:lnTo>
                <a:close/>
              </a:path>
              <a:path w="445770" h="461644">
                <a:moveTo>
                  <a:pt x="282754" y="98991"/>
                </a:moveTo>
                <a:lnTo>
                  <a:pt x="144027" y="98991"/>
                </a:lnTo>
                <a:lnTo>
                  <a:pt x="156056" y="101233"/>
                </a:lnTo>
                <a:lnTo>
                  <a:pt x="165624" y="107651"/>
                </a:lnTo>
                <a:lnTo>
                  <a:pt x="171943" y="117783"/>
                </a:lnTo>
                <a:lnTo>
                  <a:pt x="174225" y="131168"/>
                </a:lnTo>
                <a:lnTo>
                  <a:pt x="174225" y="330147"/>
                </a:lnTo>
                <a:lnTo>
                  <a:pt x="171943" y="343526"/>
                </a:lnTo>
                <a:lnTo>
                  <a:pt x="165624" y="353655"/>
                </a:lnTo>
                <a:lnTo>
                  <a:pt x="156056" y="360071"/>
                </a:lnTo>
                <a:lnTo>
                  <a:pt x="144027" y="362313"/>
                </a:lnTo>
                <a:lnTo>
                  <a:pt x="282756" y="362313"/>
                </a:lnTo>
                <a:lnTo>
                  <a:pt x="288074" y="325194"/>
                </a:lnTo>
                <a:lnTo>
                  <a:pt x="288074" y="136121"/>
                </a:lnTo>
                <a:lnTo>
                  <a:pt x="282754" y="98991"/>
                </a:lnTo>
                <a:close/>
              </a:path>
            </a:pathLst>
          </a:custGeom>
          <a:solidFill>
            <a:srgbClr val="2240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9332794" y="1338104"/>
            <a:ext cx="445770" cy="451484"/>
          </a:xfrm>
          <a:custGeom>
            <a:avLst/>
            <a:gdLst/>
            <a:ahLst/>
            <a:cxnLst/>
            <a:rect l="l" t="t" r="r" b="b"/>
            <a:pathLst>
              <a:path w="445770" h="451485">
                <a:moveTo>
                  <a:pt x="278180" y="0"/>
                </a:moveTo>
                <a:lnTo>
                  <a:pt x="0" y="0"/>
                </a:lnTo>
                <a:lnTo>
                  <a:pt x="0" y="342523"/>
                </a:lnTo>
                <a:lnTo>
                  <a:pt x="7826" y="387109"/>
                </a:lnTo>
                <a:lnTo>
                  <a:pt x="29946" y="421483"/>
                </a:lnTo>
                <a:lnTo>
                  <a:pt x="64317" y="443604"/>
                </a:lnTo>
                <a:lnTo>
                  <a:pt x="108897" y="451431"/>
                </a:lnTo>
                <a:lnTo>
                  <a:pt x="283132" y="451431"/>
                </a:lnTo>
                <a:lnTo>
                  <a:pt x="283132" y="357371"/>
                </a:lnTo>
                <a:lnTo>
                  <a:pt x="143545" y="357371"/>
                </a:lnTo>
                <a:lnTo>
                  <a:pt x="131387" y="355237"/>
                </a:lnTo>
                <a:lnTo>
                  <a:pt x="122014" y="349206"/>
                </a:lnTo>
                <a:lnTo>
                  <a:pt x="115983" y="339834"/>
                </a:lnTo>
                <a:lnTo>
                  <a:pt x="113849" y="327675"/>
                </a:lnTo>
                <a:lnTo>
                  <a:pt x="113849" y="266306"/>
                </a:lnTo>
                <a:lnTo>
                  <a:pt x="243531" y="266306"/>
                </a:lnTo>
                <a:lnTo>
                  <a:pt x="243531" y="175230"/>
                </a:lnTo>
                <a:lnTo>
                  <a:pt x="113849" y="175230"/>
                </a:lnTo>
                <a:lnTo>
                  <a:pt x="113849" y="94049"/>
                </a:lnTo>
                <a:lnTo>
                  <a:pt x="278180" y="94049"/>
                </a:lnTo>
                <a:lnTo>
                  <a:pt x="278180" y="0"/>
                </a:lnTo>
                <a:close/>
              </a:path>
              <a:path w="445770" h="451485">
                <a:moveTo>
                  <a:pt x="445483" y="0"/>
                </a:moveTo>
                <a:lnTo>
                  <a:pt x="331633" y="0"/>
                </a:lnTo>
                <a:lnTo>
                  <a:pt x="331633" y="175230"/>
                </a:lnTo>
                <a:lnTo>
                  <a:pt x="267290" y="175230"/>
                </a:lnTo>
                <a:lnTo>
                  <a:pt x="267290" y="266306"/>
                </a:lnTo>
                <a:lnTo>
                  <a:pt x="331633" y="266306"/>
                </a:lnTo>
                <a:lnTo>
                  <a:pt x="331633" y="451431"/>
                </a:lnTo>
                <a:lnTo>
                  <a:pt x="445483" y="451431"/>
                </a:lnTo>
                <a:lnTo>
                  <a:pt x="445483" y="0"/>
                </a:lnTo>
                <a:close/>
              </a:path>
            </a:pathLst>
          </a:custGeom>
          <a:solidFill>
            <a:srgbClr val="2240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9818751" y="1328717"/>
            <a:ext cx="583565" cy="269240"/>
          </a:xfrm>
          <a:custGeom>
            <a:avLst/>
            <a:gdLst/>
            <a:ahLst/>
            <a:cxnLst/>
            <a:rect l="l" t="t" r="r" b="b"/>
            <a:pathLst>
              <a:path w="583565" h="269240">
                <a:moveTo>
                  <a:pt x="201980" y="105321"/>
                </a:moveTo>
                <a:lnTo>
                  <a:pt x="136486" y="105321"/>
                </a:lnTo>
                <a:lnTo>
                  <a:pt x="136486" y="34201"/>
                </a:lnTo>
                <a:lnTo>
                  <a:pt x="65493" y="34201"/>
                </a:lnTo>
                <a:lnTo>
                  <a:pt x="65493" y="105321"/>
                </a:lnTo>
                <a:lnTo>
                  <a:pt x="0" y="105321"/>
                </a:lnTo>
                <a:lnTo>
                  <a:pt x="0" y="163741"/>
                </a:lnTo>
                <a:lnTo>
                  <a:pt x="65493" y="163741"/>
                </a:lnTo>
                <a:lnTo>
                  <a:pt x="65493" y="239941"/>
                </a:lnTo>
                <a:lnTo>
                  <a:pt x="136486" y="239941"/>
                </a:lnTo>
                <a:lnTo>
                  <a:pt x="136486" y="163741"/>
                </a:lnTo>
                <a:lnTo>
                  <a:pt x="201980" y="163741"/>
                </a:lnTo>
                <a:lnTo>
                  <a:pt x="201980" y="105321"/>
                </a:lnTo>
                <a:close/>
              </a:path>
              <a:path w="583565" h="269240">
                <a:moveTo>
                  <a:pt x="470090" y="117729"/>
                </a:moveTo>
                <a:lnTo>
                  <a:pt x="461340" y="69989"/>
                </a:lnTo>
                <a:lnTo>
                  <a:pt x="454367" y="59448"/>
                </a:lnTo>
                <a:lnTo>
                  <a:pt x="436727" y="32778"/>
                </a:lnTo>
                <a:lnTo>
                  <a:pt x="399097" y="8915"/>
                </a:lnTo>
                <a:lnTo>
                  <a:pt x="399097" y="111950"/>
                </a:lnTo>
                <a:lnTo>
                  <a:pt x="399097" y="150901"/>
                </a:lnTo>
                <a:lnTo>
                  <a:pt x="299834" y="150901"/>
                </a:lnTo>
                <a:lnTo>
                  <a:pt x="299834" y="111950"/>
                </a:lnTo>
                <a:lnTo>
                  <a:pt x="303085" y="92176"/>
                </a:lnTo>
                <a:lnTo>
                  <a:pt x="312648" y="75412"/>
                </a:lnTo>
                <a:lnTo>
                  <a:pt x="328206" y="63792"/>
                </a:lnTo>
                <a:lnTo>
                  <a:pt x="349465" y="59448"/>
                </a:lnTo>
                <a:lnTo>
                  <a:pt x="370738" y="63792"/>
                </a:lnTo>
                <a:lnTo>
                  <a:pt x="386295" y="75412"/>
                </a:lnTo>
                <a:lnTo>
                  <a:pt x="395846" y="92176"/>
                </a:lnTo>
                <a:lnTo>
                  <a:pt x="399097" y="111950"/>
                </a:lnTo>
                <a:lnTo>
                  <a:pt x="399097" y="8915"/>
                </a:lnTo>
                <a:lnTo>
                  <a:pt x="398627" y="8610"/>
                </a:lnTo>
                <a:lnTo>
                  <a:pt x="349465" y="0"/>
                </a:lnTo>
                <a:lnTo>
                  <a:pt x="300304" y="8610"/>
                </a:lnTo>
                <a:lnTo>
                  <a:pt x="262216" y="32778"/>
                </a:lnTo>
                <a:lnTo>
                  <a:pt x="237604" y="69989"/>
                </a:lnTo>
                <a:lnTo>
                  <a:pt x="228854" y="117729"/>
                </a:lnTo>
                <a:lnTo>
                  <a:pt x="228854" y="268922"/>
                </a:lnTo>
                <a:lnTo>
                  <a:pt x="299834" y="268922"/>
                </a:lnTo>
                <a:lnTo>
                  <a:pt x="299834" y="210350"/>
                </a:lnTo>
                <a:lnTo>
                  <a:pt x="399097" y="210350"/>
                </a:lnTo>
                <a:lnTo>
                  <a:pt x="399097" y="268922"/>
                </a:lnTo>
                <a:lnTo>
                  <a:pt x="470090" y="268922"/>
                </a:lnTo>
                <a:lnTo>
                  <a:pt x="470090" y="210350"/>
                </a:lnTo>
                <a:lnTo>
                  <a:pt x="470090" y="150901"/>
                </a:lnTo>
                <a:lnTo>
                  <a:pt x="470090" y="117729"/>
                </a:lnTo>
                <a:close/>
              </a:path>
              <a:path w="583565" h="269240">
                <a:moveTo>
                  <a:pt x="583247" y="5765"/>
                </a:moveTo>
                <a:lnTo>
                  <a:pt x="512267" y="5765"/>
                </a:lnTo>
                <a:lnTo>
                  <a:pt x="512267" y="268935"/>
                </a:lnTo>
                <a:lnTo>
                  <a:pt x="583247" y="268935"/>
                </a:lnTo>
                <a:lnTo>
                  <a:pt x="583247" y="5765"/>
                </a:lnTo>
                <a:close/>
              </a:path>
            </a:pathLst>
          </a:custGeom>
          <a:solidFill>
            <a:srgbClr val="FAA7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0566647" y="1323263"/>
            <a:ext cx="450850" cy="466725"/>
          </a:xfrm>
          <a:custGeom>
            <a:avLst/>
            <a:gdLst/>
            <a:ahLst/>
            <a:cxnLst/>
            <a:rect l="l" t="t" r="r" b="b"/>
            <a:pathLst>
              <a:path w="450850" h="466725">
                <a:moveTo>
                  <a:pt x="192549" y="123734"/>
                </a:moveTo>
                <a:lnTo>
                  <a:pt x="101473" y="123734"/>
                </a:lnTo>
                <a:lnTo>
                  <a:pt x="58473" y="130387"/>
                </a:lnTo>
                <a:lnTo>
                  <a:pt x="26607" y="148736"/>
                </a:lnTo>
                <a:lnTo>
                  <a:pt x="6806" y="176363"/>
                </a:lnTo>
                <a:lnTo>
                  <a:pt x="0" y="210852"/>
                </a:lnTo>
                <a:lnTo>
                  <a:pt x="6806" y="245347"/>
                </a:lnTo>
                <a:lnTo>
                  <a:pt x="26607" y="272977"/>
                </a:lnTo>
                <a:lnTo>
                  <a:pt x="58473" y="291327"/>
                </a:lnTo>
                <a:lnTo>
                  <a:pt x="101473" y="297980"/>
                </a:lnTo>
                <a:lnTo>
                  <a:pt x="192549" y="297980"/>
                </a:lnTo>
                <a:lnTo>
                  <a:pt x="225631" y="294242"/>
                </a:lnTo>
                <a:lnTo>
                  <a:pt x="252632" y="283681"/>
                </a:lnTo>
                <a:lnTo>
                  <a:pt x="273227" y="267275"/>
                </a:lnTo>
                <a:lnTo>
                  <a:pt x="287090" y="246002"/>
                </a:lnTo>
                <a:lnTo>
                  <a:pt x="450436" y="246002"/>
                </a:lnTo>
                <a:lnTo>
                  <a:pt x="450436" y="223720"/>
                </a:lnTo>
                <a:lnTo>
                  <a:pt x="120279" y="223720"/>
                </a:lnTo>
                <a:lnTo>
                  <a:pt x="114342" y="219270"/>
                </a:lnTo>
                <a:lnTo>
                  <a:pt x="114342" y="202444"/>
                </a:lnTo>
                <a:lnTo>
                  <a:pt x="120279" y="197993"/>
                </a:lnTo>
                <a:lnTo>
                  <a:pt x="450436" y="197993"/>
                </a:lnTo>
                <a:lnTo>
                  <a:pt x="450436" y="186109"/>
                </a:lnTo>
                <a:lnTo>
                  <a:pt x="290556" y="186109"/>
                </a:lnTo>
                <a:lnTo>
                  <a:pt x="278304" y="160911"/>
                </a:lnTo>
                <a:lnTo>
                  <a:pt x="257514" y="141186"/>
                </a:lnTo>
                <a:lnTo>
                  <a:pt x="228743" y="128329"/>
                </a:lnTo>
                <a:lnTo>
                  <a:pt x="192549" y="123734"/>
                </a:lnTo>
                <a:close/>
              </a:path>
              <a:path w="450850" h="466725">
                <a:moveTo>
                  <a:pt x="450436" y="246002"/>
                </a:moveTo>
                <a:lnTo>
                  <a:pt x="287090" y="246002"/>
                </a:lnTo>
                <a:lnTo>
                  <a:pt x="287090" y="270253"/>
                </a:lnTo>
                <a:lnTo>
                  <a:pt x="336586" y="270253"/>
                </a:lnTo>
                <a:lnTo>
                  <a:pt x="336586" y="297980"/>
                </a:lnTo>
                <a:lnTo>
                  <a:pt x="450436" y="297980"/>
                </a:lnTo>
                <a:lnTo>
                  <a:pt x="450436" y="246002"/>
                </a:lnTo>
                <a:close/>
              </a:path>
              <a:path w="450850" h="466725">
                <a:moveTo>
                  <a:pt x="450436" y="197993"/>
                </a:moveTo>
                <a:lnTo>
                  <a:pt x="173743" y="197993"/>
                </a:lnTo>
                <a:lnTo>
                  <a:pt x="179680" y="202444"/>
                </a:lnTo>
                <a:lnTo>
                  <a:pt x="179680" y="219270"/>
                </a:lnTo>
                <a:lnTo>
                  <a:pt x="173743" y="223720"/>
                </a:lnTo>
                <a:lnTo>
                  <a:pt x="450436" y="223720"/>
                </a:lnTo>
                <a:lnTo>
                  <a:pt x="450436" y="197993"/>
                </a:lnTo>
                <a:close/>
              </a:path>
              <a:path w="450850" h="466725">
                <a:moveTo>
                  <a:pt x="294022" y="24753"/>
                </a:moveTo>
                <a:lnTo>
                  <a:pt x="0" y="24753"/>
                </a:lnTo>
                <a:lnTo>
                  <a:pt x="0" y="108886"/>
                </a:lnTo>
                <a:lnTo>
                  <a:pt x="287090" y="108886"/>
                </a:lnTo>
                <a:lnTo>
                  <a:pt x="287090" y="161366"/>
                </a:lnTo>
                <a:lnTo>
                  <a:pt x="336586" y="161366"/>
                </a:lnTo>
                <a:lnTo>
                  <a:pt x="336586" y="186109"/>
                </a:lnTo>
                <a:lnTo>
                  <a:pt x="450436" y="186109"/>
                </a:lnTo>
                <a:lnTo>
                  <a:pt x="450436" y="77212"/>
                </a:lnTo>
                <a:lnTo>
                  <a:pt x="294022" y="77212"/>
                </a:lnTo>
                <a:lnTo>
                  <a:pt x="294022" y="24753"/>
                </a:lnTo>
                <a:close/>
              </a:path>
              <a:path w="450850" h="466725">
                <a:moveTo>
                  <a:pt x="450436" y="14847"/>
                </a:moveTo>
                <a:lnTo>
                  <a:pt x="336586" y="14847"/>
                </a:lnTo>
                <a:lnTo>
                  <a:pt x="336586" y="77212"/>
                </a:lnTo>
                <a:lnTo>
                  <a:pt x="450436" y="77212"/>
                </a:lnTo>
                <a:lnTo>
                  <a:pt x="450436" y="14847"/>
                </a:lnTo>
                <a:close/>
              </a:path>
              <a:path w="450850" h="466725">
                <a:moveTo>
                  <a:pt x="203941" y="0"/>
                </a:moveTo>
                <a:lnTo>
                  <a:pt x="90081" y="0"/>
                </a:lnTo>
                <a:lnTo>
                  <a:pt x="90081" y="24753"/>
                </a:lnTo>
                <a:lnTo>
                  <a:pt x="203941" y="24753"/>
                </a:lnTo>
                <a:lnTo>
                  <a:pt x="203941" y="0"/>
                </a:lnTo>
                <a:close/>
              </a:path>
              <a:path w="450850" h="466725">
                <a:moveTo>
                  <a:pt x="450436" y="317770"/>
                </a:moveTo>
                <a:lnTo>
                  <a:pt x="4952" y="317770"/>
                </a:lnTo>
                <a:lnTo>
                  <a:pt x="4952" y="401924"/>
                </a:lnTo>
                <a:lnTo>
                  <a:pt x="336586" y="401924"/>
                </a:lnTo>
                <a:lnTo>
                  <a:pt x="336586" y="466268"/>
                </a:lnTo>
                <a:lnTo>
                  <a:pt x="450436" y="466268"/>
                </a:lnTo>
                <a:lnTo>
                  <a:pt x="450436" y="317770"/>
                </a:lnTo>
                <a:close/>
              </a:path>
            </a:pathLst>
          </a:custGeom>
          <a:solidFill>
            <a:srgbClr val="2240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1086427" y="1338105"/>
            <a:ext cx="450850" cy="451484"/>
          </a:xfrm>
          <a:custGeom>
            <a:avLst/>
            <a:gdLst/>
            <a:ahLst/>
            <a:cxnLst/>
            <a:rect l="l" t="t" r="r" b="b"/>
            <a:pathLst>
              <a:path w="450850" h="451485">
                <a:moveTo>
                  <a:pt x="113849" y="278190"/>
                </a:moveTo>
                <a:lnTo>
                  <a:pt x="0" y="278190"/>
                </a:lnTo>
                <a:lnTo>
                  <a:pt x="0" y="342523"/>
                </a:lnTo>
                <a:lnTo>
                  <a:pt x="7827" y="387105"/>
                </a:lnTo>
                <a:lnTo>
                  <a:pt x="29948" y="421479"/>
                </a:lnTo>
                <a:lnTo>
                  <a:pt x="64321" y="443602"/>
                </a:lnTo>
                <a:lnTo>
                  <a:pt x="108907" y="451431"/>
                </a:lnTo>
                <a:lnTo>
                  <a:pt x="450436" y="451431"/>
                </a:lnTo>
                <a:lnTo>
                  <a:pt x="450436" y="352429"/>
                </a:lnTo>
                <a:lnTo>
                  <a:pt x="143545" y="352429"/>
                </a:lnTo>
                <a:lnTo>
                  <a:pt x="131391" y="350293"/>
                </a:lnTo>
                <a:lnTo>
                  <a:pt x="122018" y="344260"/>
                </a:lnTo>
                <a:lnTo>
                  <a:pt x="115985" y="334887"/>
                </a:lnTo>
                <a:lnTo>
                  <a:pt x="113849" y="322733"/>
                </a:lnTo>
                <a:lnTo>
                  <a:pt x="113849" y="278190"/>
                </a:lnTo>
                <a:close/>
              </a:path>
              <a:path w="450850" h="451485">
                <a:moveTo>
                  <a:pt x="445483" y="0"/>
                </a:moveTo>
                <a:lnTo>
                  <a:pt x="331644" y="0"/>
                </a:lnTo>
                <a:lnTo>
                  <a:pt x="331644" y="302933"/>
                </a:lnTo>
                <a:lnTo>
                  <a:pt x="445483" y="302933"/>
                </a:lnTo>
                <a:lnTo>
                  <a:pt x="445483" y="0"/>
                </a:lnTo>
                <a:close/>
              </a:path>
              <a:path w="450850" h="451485">
                <a:moveTo>
                  <a:pt x="206412" y="0"/>
                </a:moveTo>
                <a:lnTo>
                  <a:pt x="92562" y="0"/>
                </a:lnTo>
                <a:lnTo>
                  <a:pt x="92562" y="39119"/>
                </a:lnTo>
                <a:lnTo>
                  <a:pt x="86148" y="83507"/>
                </a:lnTo>
                <a:lnTo>
                  <a:pt x="86036" y="84280"/>
                </a:lnTo>
                <a:lnTo>
                  <a:pt x="67445" y="120163"/>
                </a:lnTo>
                <a:lnTo>
                  <a:pt x="38272" y="144353"/>
                </a:lnTo>
                <a:lnTo>
                  <a:pt x="0" y="154435"/>
                </a:lnTo>
                <a:lnTo>
                  <a:pt x="0" y="258390"/>
                </a:lnTo>
                <a:lnTo>
                  <a:pt x="43615" y="250886"/>
                </a:lnTo>
                <a:lnTo>
                  <a:pt x="85328" y="232893"/>
                </a:lnTo>
                <a:lnTo>
                  <a:pt x="121751" y="206732"/>
                </a:lnTo>
                <a:lnTo>
                  <a:pt x="149492" y="174727"/>
                </a:lnTo>
                <a:lnTo>
                  <a:pt x="298975" y="174727"/>
                </a:lnTo>
                <a:lnTo>
                  <a:pt x="298975" y="149492"/>
                </a:lnTo>
                <a:lnTo>
                  <a:pt x="260706" y="140179"/>
                </a:lnTo>
                <a:lnTo>
                  <a:pt x="231533" y="117688"/>
                </a:lnTo>
                <a:lnTo>
                  <a:pt x="212940" y="83507"/>
                </a:lnTo>
                <a:lnTo>
                  <a:pt x="206412" y="39119"/>
                </a:lnTo>
                <a:lnTo>
                  <a:pt x="206412" y="0"/>
                </a:lnTo>
                <a:close/>
              </a:path>
              <a:path w="450850" h="451485">
                <a:moveTo>
                  <a:pt x="298975" y="174727"/>
                </a:moveTo>
                <a:lnTo>
                  <a:pt x="149492" y="174727"/>
                </a:lnTo>
                <a:lnTo>
                  <a:pt x="177232" y="205958"/>
                </a:lnTo>
                <a:lnTo>
                  <a:pt x="213651" y="230415"/>
                </a:lnTo>
                <a:lnTo>
                  <a:pt x="255361" y="246703"/>
                </a:lnTo>
                <a:lnTo>
                  <a:pt x="298975" y="253426"/>
                </a:lnTo>
                <a:lnTo>
                  <a:pt x="298975" y="174727"/>
                </a:lnTo>
                <a:close/>
              </a:path>
            </a:pathLst>
          </a:custGeom>
          <a:solidFill>
            <a:srgbClr val="2240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1700277" y="1323266"/>
            <a:ext cx="470534" cy="466725"/>
          </a:xfrm>
          <a:custGeom>
            <a:avLst/>
            <a:gdLst/>
            <a:ahLst/>
            <a:cxnLst/>
            <a:rect l="l" t="t" r="r" b="b"/>
            <a:pathLst>
              <a:path w="470534" h="466725">
                <a:moveTo>
                  <a:pt x="341036" y="14837"/>
                </a:moveTo>
                <a:lnTo>
                  <a:pt x="237092" y="14837"/>
                </a:lnTo>
                <a:lnTo>
                  <a:pt x="237092" y="239563"/>
                </a:lnTo>
                <a:lnTo>
                  <a:pt x="341036" y="239563"/>
                </a:lnTo>
                <a:lnTo>
                  <a:pt x="341036" y="173230"/>
                </a:lnTo>
                <a:lnTo>
                  <a:pt x="465273" y="173230"/>
                </a:lnTo>
                <a:lnTo>
                  <a:pt x="465273" y="79191"/>
                </a:lnTo>
                <a:lnTo>
                  <a:pt x="341036" y="79191"/>
                </a:lnTo>
                <a:lnTo>
                  <a:pt x="341036" y="14837"/>
                </a:lnTo>
                <a:close/>
              </a:path>
              <a:path w="470534" h="466725">
                <a:moveTo>
                  <a:pt x="465273" y="173230"/>
                </a:moveTo>
                <a:lnTo>
                  <a:pt x="361329" y="173230"/>
                </a:lnTo>
                <a:lnTo>
                  <a:pt x="361329" y="239563"/>
                </a:lnTo>
                <a:lnTo>
                  <a:pt x="465273" y="239563"/>
                </a:lnTo>
                <a:lnTo>
                  <a:pt x="465273" y="173230"/>
                </a:lnTo>
                <a:close/>
              </a:path>
              <a:path w="470534" h="466725">
                <a:moveTo>
                  <a:pt x="465273" y="14837"/>
                </a:moveTo>
                <a:lnTo>
                  <a:pt x="361329" y="14837"/>
                </a:lnTo>
                <a:lnTo>
                  <a:pt x="361329" y="79191"/>
                </a:lnTo>
                <a:lnTo>
                  <a:pt x="465273" y="79191"/>
                </a:lnTo>
                <a:lnTo>
                  <a:pt x="465273" y="14837"/>
                </a:lnTo>
                <a:close/>
              </a:path>
              <a:path w="470534" h="466725">
                <a:moveTo>
                  <a:pt x="169282" y="98991"/>
                </a:moveTo>
                <a:lnTo>
                  <a:pt x="60385" y="98991"/>
                </a:lnTo>
                <a:lnTo>
                  <a:pt x="56496" y="129760"/>
                </a:lnTo>
                <a:lnTo>
                  <a:pt x="56398" y="130534"/>
                </a:lnTo>
                <a:lnTo>
                  <a:pt x="46283" y="153813"/>
                </a:lnTo>
                <a:lnTo>
                  <a:pt x="30597" y="168738"/>
                </a:lnTo>
                <a:lnTo>
                  <a:pt x="9894" y="175219"/>
                </a:lnTo>
                <a:lnTo>
                  <a:pt x="9894" y="244516"/>
                </a:lnTo>
                <a:lnTo>
                  <a:pt x="41466" y="240233"/>
                </a:lnTo>
                <a:lnTo>
                  <a:pt x="70531" y="229599"/>
                </a:lnTo>
                <a:lnTo>
                  <a:pt x="95513" y="212562"/>
                </a:lnTo>
                <a:lnTo>
                  <a:pt x="114834" y="189072"/>
                </a:lnTo>
                <a:lnTo>
                  <a:pt x="219773" y="189072"/>
                </a:lnTo>
                <a:lnTo>
                  <a:pt x="219773" y="170267"/>
                </a:lnTo>
                <a:lnTo>
                  <a:pt x="199070" y="164559"/>
                </a:lnTo>
                <a:lnTo>
                  <a:pt x="183384" y="151337"/>
                </a:lnTo>
                <a:lnTo>
                  <a:pt x="173269" y="129760"/>
                </a:lnTo>
                <a:lnTo>
                  <a:pt x="169282" y="98991"/>
                </a:lnTo>
                <a:close/>
              </a:path>
              <a:path w="470534" h="466725">
                <a:moveTo>
                  <a:pt x="219773" y="189072"/>
                </a:moveTo>
                <a:lnTo>
                  <a:pt x="114834" y="189072"/>
                </a:lnTo>
                <a:lnTo>
                  <a:pt x="134155" y="211789"/>
                </a:lnTo>
                <a:lnTo>
                  <a:pt x="159136" y="227126"/>
                </a:lnTo>
                <a:lnTo>
                  <a:pt x="188201" y="236059"/>
                </a:lnTo>
                <a:lnTo>
                  <a:pt x="219773" y="239563"/>
                </a:lnTo>
                <a:lnTo>
                  <a:pt x="219773" y="189072"/>
                </a:lnTo>
                <a:close/>
              </a:path>
              <a:path w="470534" h="466725">
                <a:moveTo>
                  <a:pt x="219773" y="29695"/>
                </a:moveTo>
                <a:lnTo>
                  <a:pt x="9894" y="29695"/>
                </a:lnTo>
                <a:lnTo>
                  <a:pt x="9894" y="98991"/>
                </a:lnTo>
                <a:lnTo>
                  <a:pt x="219773" y="98991"/>
                </a:lnTo>
                <a:lnTo>
                  <a:pt x="219773" y="29695"/>
                </a:lnTo>
                <a:close/>
              </a:path>
              <a:path w="470534" h="466725">
                <a:moveTo>
                  <a:pt x="169282" y="0"/>
                </a:moveTo>
                <a:lnTo>
                  <a:pt x="60385" y="0"/>
                </a:lnTo>
                <a:lnTo>
                  <a:pt x="60385" y="29695"/>
                </a:lnTo>
                <a:lnTo>
                  <a:pt x="169282" y="29695"/>
                </a:lnTo>
                <a:lnTo>
                  <a:pt x="169282" y="0"/>
                </a:lnTo>
                <a:close/>
              </a:path>
              <a:path w="470534" h="466725">
                <a:moveTo>
                  <a:pt x="393506" y="256400"/>
                </a:moveTo>
                <a:lnTo>
                  <a:pt x="9894" y="256400"/>
                </a:lnTo>
                <a:lnTo>
                  <a:pt x="9894" y="321728"/>
                </a:lnTo>
                <a:lnTo>
                  <a:pt x="352418" y="321728"/>
                </a:lnTo>
                <a:lnTo>
                  <a:pt x="356387" y="324199"/>
                </a:lnTo>
                <a:lnTo>
                  <a:pt x="356387" y="331141"/>
                </a:lnTo>
                <a:lnTo>
                  <a:pt x="352418" y="333612"/>
                </a:lnTo>
                <a:lnTo>
                  <a:pt x="76720" y="333612"/>
                </a:lnTo>
                <a:lnTo>
                  <a:pt x="45309" y="338416"/>
                </a:lnTo>
                <a:lnTo>
                  <a:pt x="21094" y="351990"/>
                </a:lnTo>
                <a:lnTo>
                  <a:pt x="5513" y="373082"/>
                </a:lnTo>
                <a:lnTo>
                  <a:pt x="0" y="400438"/>
                </a:lnTo>
                <a:lnTo>
                  <a:pt x="5513" y="427633"/>
                </a:lnTo>
                <a:lnTo>
                  <a:pt x="21094" y="448384"/>
                </a:lnTo>
                <a:lnTo>
                  <a:pt x="45309" y="461619"/>
                </a:lnTo>
                <a:lnTo>
                  <a:pt x="76720" y="466268"/>
                </a:lnTo>
                <a:lnTo>
                  <a:pt x="465273" y="466268"/>
                </a:lnTo>
                <a:lnTo>
                  <a:pt x="465273" y="400930"/>
                </a:lnTo>
                <a:lnTo>
                  <a:pt x="117807" y="400930"/>
                </a:lnTo>
                <a:lnTo>
                  <a:pt x="113849" y="397956"/>
                </a:lnTo>
                <a:lnTo>
                  <a:pt x="113849" y="390040"/>
                </a:lnTo>
                <a:lnTo>
                  <a:pt x="117807" y="387056"/>
                </a:lnTo>
                <a:lnTo>
                  <a:pt x="393506" y="387056"/>
                </a:lnTo>
                <a:lnTo>
                  <a:pt x="424912" y="382417"/>
                </a:lnTo>
                <a:lnTo>
                  <a:pt x="449127" y="369242"/>
                </a:lnTo>
                <a:lnTo>
                  <a:pt x="464711" y="348642"/>
                </a:lnTo>
                <a:lnTo>
                  <a:pt x="470226" y="321728"/>
                </a:lnTo>
                <a:lnTo>
                  <a:pt x="464711" y="295026"/>
                </a:lnTo>
                <a:lnTo>
                  <a:pt x="449127" y="274402"/>
                </a:lnTo>
                <a:lnTo>
                  <a:pt x="424912" y="261109"/>
                </a:lnTo>
                <a:lnTo>
                  <a:pt x="393506" y="256400"/>
                </a:lnTo>
                <a:close/>
              </a:path>
            </a:pathLst>
          </a:custGeom>
          <a:solidFill>
            <a:srgbClr val="2240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2220068" y="1338109"/>
            <a:ext cx="460375" cy="451484"/>
          </a:xfrm>
          <a:custGeom>
            <a:avLst/>
            <a:gdLst/>
            <a:ahLst/>
            <a:cxnLst/>
            <a:rect l="l" t="t" r="r" b="b"/>
            <a:pathLst>
              <a:path w="460375" h="451485">
                <a:moveTo>
                  <a:pt x="123744" y="297980"/>
                </a:moveTo>
                <a:lnTo>
                  <a:pt x="9894" y="297980"/>
                </a:lnTo>
                <a:lnTo>
                  <a:pt x="9894" y="342523"/>
                </a:lnTo>
                <a:lnTo>
                  <a:pt x="17721" y="387103"/>
                </a:lnTo>
                <a:lnTo>
                  <a:pt x="39841" y="421474"/>
                </a:lnTo>
                <a:lnTo>
                  <a:pt x="74212" y="443593"/>
                </a:lnTo>
                <a:lnTo>
                  <a:pt x="118792" y="451420"/>
                </a:lnTo>
                <a:lnTo>
                  <a:pt x="460331" y="451420"/>
                </a:lnTo>
                <a:lnTo>
                  <a:pt x="460331" y="357371"/>
                </a:lnTo>
                <a:lnTo>
                  <a:pt x="153440" y="357371"/>
                </a:lnTo>
                <a:lnTo>
                  <a:pt x="141286" y="355237"/>
                </a:lnTo>
                <a:lnTo>
                  <a:pt x="131913" y="349206"/>
                </a:lnTo>
                <a:lnTo>
                  <a:pt x="125880" y="339834"/>
                </a:lnTo>
                <a:lnTo>
                  <a:pt x="123744" y="327675"/>
                </a:lnTo>
                <a:lnTo>
                  <a:pt x="123744" y="297980"/>
                </a:lnTo>
                <a:close/>
              </a:path>
              <a:path w="460375" h="451485">
                <a:moveTo>
                  <a:pt x="228673" y="0"/>
                </a:moveTo>
                <a:lnTo>
                  <a:pt x="9894" y="0"/>
                </a:lnTo>
                <a:lnTo>
                  <a:pt x="9894" y="74249"/>
                </a:lnTo>
                <a:lnTo>
                  <a:pt x="182643" y="74249"/>
                </a:lnTo>
                <a:lnTo>
                  <a:pt x="189083" y="79191"/>
                </a:lnTo>
                <a:lnTo>
                  <a:pt x="189083" y="96028"/>
                </a:lnTo>
                <a:lnTo>
                  <a:pt x="182643" y="101462"/>
                </a:lnTo>
                <a:lnTo>
                  <a:pt x="74238" y="101462"/>
                </a:lnTo>
                <a:lnTo>
                  <a:pt x="43851" y="108425"/>
                </a:lnTo>
                <a:lnTo>
                  <a:pt x="20419" y="127082"/>
                </a:lnTo>
                <a:lnTo>
                  <a:pt x="5337" y="154091"/>
                </a:lnTo>
                <a:lnTo>
                  <a:pt x="0" y="186109"/>
                </a:lnTo>
                <a:lnTo>
                  <a:pt x="5337" y="218514"/>
                </a:lnTo>
                <a:lnTo>
                  <a:pt x="20419" y="246377"/>
                </a:lnTo>
                <a:lnTo>
                  <a:pt x="43851" y="265887"/>
                </a:lnTo>
                <a:lnTo>
                  <a:pt x="74238" y="273237"/>
                </a:lnTo>
                <a:lnTo>
                  <a:pt x="341539" y="273237"/>
                </a:lnTo>
                <a:lnTo>
                  <a:pt x="341539" y="307875"/>
                </a:lnTo>
                <a:lnTo>
                  <a:pt x="455378" y="307875"/>
                </a:lnTo>
                <a:lnTo>
                  <a:pt x="455378" y="198978"/>
                </a:lnTo>
                <a:lnTo>
                  <a:pt x="120279" y="198978"/>
                </a:lnTo>
                <a:lnTo>
                  <a:pt x="113849" y="193051"/>
                </a:lnTo>
                <a:lnTo>
                  <a:pt x="113849" y="176214"/>
                </a:lnTo>
                <a:lnTo>
                  <a:pt x="120279" y="170780"/>
                </a:lnTo>
                <a:lnTo>
                  <a:pt x="228673" y="170780"/>
                </a:lnTo>
                <a:lnTo>
                  <a:pt x="259071" y="163122"/>
                </a:lnTo>
                <a:lnTo>
                  <a:pt x="282505" y="142934"/>
                </a:lnTo>
                <a:lnTo>
                  <a:pt x="297586" y="114391"/>
                </a:lnTo>
                <a:lnTo>
                  <a:pt x="302922" y="81672"/>
                </a:lnTo>
                <a:lnTo>
                  <a:pt x="297586" y="50119"/>
                </a:lnTo>
                <a:lnTo>
                  <a:pt x="282505" y="24132"/>
                </a:lnTo>
                <a:lnTo>
                  <a:pt x="259071" y="6497"/>
                </a:lnTo>
                <a:lnTo>
                  <a:pt x="228673" y="0"/>
                </a:lnTo>
                <a:close/>
              </a:path>
              <a:path w="460375" h="451485">
                <a:moveTo>
                  <a:pt x="455378" y="0"/>
                </a:moveTo>
                <a:lnTo>
                  <a:pt x="341539" y="0"/>
                </a:lnTo>
                <a:lnTo>
                  <a:pt x="341539" y="198978"/>
                </a:lnTo>
                <a:lnTo>
                  <a:pt x="455378" y="198978"/>
                </a:lnTo>
                <a:lnTo>
                  <a:pt x="455378" y="0"/>
                </a:lnTo>
                <a:close/>
              </a:path>
            </a:pathLst>
          </a:custGeom>
          <a:solidFill>
            <a:srgbClr val="2240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2739842" y="1338105"/>
            <a:ext cx="450850" cy="451484"/>
          </a:xfrm>
          <a:custGeom>
            <a:avLst/>
            <a:gdLst/>
            <a:ahLst/>
            <a:cxnLst/>
            <a:rect l="l" t="t" r="r" b="b"/>
            <a:pathLst>
              <a:path w="450850" h="451485">
                <a:moveTo>
                  <a:pt x="450436" y="0"/>
                </a:moveTo>
                <a:lnTo>
                  <a:pt x="336597" y="0"/>
                </a:lnTo>
                <a:lnTo>
                  <a:pt x="336597" y="451420"/>
                </a:lnTo>
                <a:lnTo>
                  <a:pt x="450436" y="451420"/>
                </a:lnTo>
                <a:lnTo>
                  <a:pt x="450436" y="0"/>
                </a:lnTo>
                <a:close/>
              </a:path>
              <a:path w="450850" h="451485">
                <a:moveTo>
                  <a:pt x="208894" y="98991"/>
                </a:moveTo>
                <a:lnTo>
                  <a:pt x="95044" y="98991"/>
                </a:lnTo>
                <a:lnTo>
                  <a:pt x="95044" y="202454"/>
                </a:lnTo>
                <a:lnTo>
                  <a:pt x="88059" y="258514"/>
                </a:lnTo>
                <a:lnTo>
                  <a:pt x="68497" y="299774"/>
                </a:lnTo>
                <a:lnTo>
                  <a:pt x="38448" y="327392"/>
                </a:lnTo>
                <a:lnTo>
                  <a:pt x="0" y="342523"/>
                </a:lnTo>
                <a:lnTo>
                  <a:pt x="0" y="451431"/>
                </a:lnTo>
                <a:lnTo>
                  <a:pt x="46090" y="441060"/>
                </a:lnTo>
                <a:lnTo>
                  <a:pt x="88421" y="421598"/>
                </a:lnTo>
                <a:lnTo>
                  <a:pt x="124532" y="394901"/>
                </a:lnTo>
                <a:lnTo>
                  <a:pt x="151963" y="362826"/>
                </a:lnTo>
                <a:lnTo>
                  <a:pt x="303927" y="362826"/>
                </a:lnTo>
                <a:lnTo>
                  <a:pt x="303927" y="342523"/>
                </a:lnTo>
                <a:lnTo>
                  <a:pt x="265481" y="328854"/>
                </a:lnTo>
                <a:lnTo>
                  <a:pt x="235435" y="301074"/>
                </a:lnTo>
                <a:lnTo>
                  <a:pt x="215877" y="259002"/>
                </a:lnTo>
                <a:lnTo>
                  <a:pt x="208894" y="202454"/>
                </a:lnTo>
                <a:lnTo>
                  <a:pt x="208894" y="98991"/>
                </a:lnTo>
                <a:close/>
              </a:path>
              <a:path w="450850" h="451485">
                <a:moveTo>
                  <a:pt x="303927" y="362826"/>
                </a:moveTo>
                <a:lnTo>
                  <a:pt x="151963" y="362826"/>
                </a:lnTo>
                <a:lnTo>
                  <a:pt x="179815" y="394901"/>
                </a:lnTo>
                <a:lnTo>
                  <a:pt x="215879" y="421598"/>
                </a:lnTo>
                <a:lnTo>
                  <a:pt x="257977" y="441060"/>
                </a:lnTo>
                <a:lnTo>
                  <a:pt x="303927" y="451431"/>
                </a:lnTo>
                <a:lnTo>
                  <a:pt x="303927" y="362826"/>
                </a:lnTo>
                <a:close/>
              </a:path>
              <a:path w="450850" h="451485">
                <a:moveTo>
                  <a:pt x="303927" y="0"/>
                </a:moveTo>
                <a:lnTo>
                  <a:pt x="0" y="0"/>
                </a:lnTo>
                <a:lnTo>
                  <a:pt x="0" y="98991"/>
                </a:lnTo>
                <a:lnTo>
                  <a:pt x="303927" y="98991"/>
                </a:lnTo>
                <a:lnTo>
                  <a:pt x="303927" y="0"/>
                </a:lnTo>
                <a:close/>
              </a:path>
            </a:pathLst>
          </a:custGeom>
          <a:solidFill>
            <a:srgbClr val="22408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9" name="object 59"/>
          <p:cNvGrpSpPr/>
          <p:nvPr/>
        </p:nvGrpSpPr>
        <p:grpSpPr>
          <a:xfrm>
            <a:off x="15927598" y="1026827"/>
            <a:ext cx="1963420" cy="1963420"/>
            <a:chOff x="15927598" y="1026827"/>
            <a:chExt cx="1963420" cy="1963420"/>
          </a:xfrm>
        </p:grpSpPr>
        <p:pic>
          <p:nvPicPr>
            <p:cNvPr id="60" name="object 6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927598" y="1026827"/>
              <a:ext cx="1963112" cy="1963102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040558" y="1226024"/>
              <a:ext cx="1796803" cy="155304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18</Words>
  <Application>Microsoft Office PowerPoint</Application>
  <PresentationFormat>사용자 지정</PresentationFormat>
  <Paragraphs>1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여기어때 잘난체 고딕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D+AICC PPT 대학부</dc:title>
  <cp:lastModifiedBy>지상목</cp:lastModifiedBy>
  <cp:revision>1</cp:revision>
  <dcterms:created xsi:type="dcterms:W3CDTF">2026-06-04T01:36:09Z</dcterms:created>
  <dcterms:modified xsi:type="dcterms:W3CDTF">2026-09-15T00:23:11Z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2026-06-04T00:00:00Z</vt:filetime>
  </property>
  <property fmtid="{D5CDD505-2E9C-101B-9397-08002B2CF9AE}" pid="3" name="Creator">
    <vt:lpwstr>Adobe Illustrator 30.3 (Windows)</vt:lpwstr>
  </property>
  <property fmtid="{D5CDD505-2E9C-101B-9397-08002B2CF9AE}" pid="4" name="CreatorVersion">
    <vt:lpwstr>21.0.0</vt:lpwstr>
  </property>
  <property fmtid="{D5CDD505-2E9C-101B-9397-08002B2CF9AE}" pid="5" name="LastSaved">
    <vt:filetime>2026-06-04T00:00:00Z</vt:filetime>
  </property>
  <property fmtid="{D5CDD505-2E9C-101B-9397-08002B2CF9AE}" pid="6" name="Producer">
    <vt:lpwstr>Adobe PDF library 18.00</vt:lpwstr>
  </property>
</Properties>
</file>